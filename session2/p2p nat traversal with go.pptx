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8" r:id="rId12"/>
    <p:sldId id="266" r:id="rId13"/>
    <p:sldId id="269" r:id="rId14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7"/>
  </p:normalViewPr>
  <p:slideViewPr>
    <p:cSldViewPr snapToGrid="0">
      <p:cViewPr varScale="1">
        <p:scale>
          <a:sx n="110" d="100"/>
          <a:sy n="110" d="100"/>
        </p:scale>
        <p:origin x="5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105E2-7953-D55B-1458-C927910A77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0FAB1D-E4FC-EC9C-DF79-9561E1E927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5452A-517D-F9D1-59E4-2C19541E2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B20F2-AB44-FF42-B02B-9745DE67CDE0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1D39D-A29E-F12E-4019-DE5EDA8DC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E863E-115E-9032-D048-9DDD2EBCA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3C100-B8E0-2545-B3AB-D33C6E23F6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7552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6AB45-F247-65A4-BCA0-B33934037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7095E-7A61-3BAC-FFD5-80EDF01D5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0A017-C85E-7F48-CE2D-AE2F9536B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B20F2-AB44-FF42-B02B-9745DE67CDE0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8B6A8-166E-34F8-2D4C-528F00EFA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3F2B0-8577-C265-94EC-E9EEB1C62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3C100-B8E0-2545-B3AB-D33C6E23F6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4273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71AD-59A3-ED78-0CCC-44A8207C0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38801-31A1-058F-F4D0-9B0481597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A8348-940B-C6A5-370F-8D234CD9E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B20F2-AB44-FF42-B02B-9745DE67CDE0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9CD83-D4DB-483D-75B8-C667DD6E9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EF46F-2C1E-FEEE-C44A-C359904F3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3C100-B8E0-2545-B3AB-D33C6E23F6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3170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A792F-5CD5-9A4C-B9F9-59574E335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5027E-7EE2-A83A-E32A-51940380A0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6D9D8D-8773-010A-5244-0502E8CAC5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84F71-73D3-5E43-6EBA-F4B78AE5D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B20F2-AB44-FF42-B02B-9745DE67CDE0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59BF1B-0D82-96E1-2D72-D4C9F9023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98BA4-A55F-A37D-887D-87D35EC01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3C100-B8E0-2545-B3AB-D33C6E23F6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892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73AEE-EB1D-7BAF-B39D-0A549E0C9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39932-0CF9-B3E3-088E-FED8F4A0C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4E78AA-2A60-ED5F-213B-0EC1B1FD4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6F2778-B86E-1F2B-8F6F-DDC52B070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E7DD9C-7A5B-613C-D064-43C1476F0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6A26FE-CBE3-37DE-284A-35C69FDF7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B20F2-AB44-FF42-B02B-9745DE67CDE0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109B3-F0BF-56D0-CEBB-096CDDF4A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FC0A02-8F21-BE82-28B4-00D8C93A2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3C100-B8E0-2545-B3AB-D33C6E23F6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8335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1E944-5A7B-3322-8C66-AC21B8BCE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328490-95AC-E5FB-02A6-223E70A31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B20F2-AB44-FF42-B02B-9745DE67CDE0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00FB93-9E0E-DD8F-DD23-696D9D236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548C3A-44DE-89F4-53E0-A79C16E70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3C100-B8E0-2545-B3AB-D33C6E23F6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16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56984-CF66-C4E7-4219-E9EA20457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B20F2-AB44-FF42-B02B-9745DE67CDE0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D39E72-238B-6C4C-997F-CA9B9A261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7C2AEB-65E9-F48A-66C1-399840F24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3C100-B8E0-2545-B3AB-D33C6E23F6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729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48C9F-1C7F-F1CF-CA2D-945F16BE0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E2B77-FC1D-70C2-4472-4E3746294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2E85FC-FCBD-D9FC-3F4A-6EBB1592BD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559D7-9C5D-4EA8-4F5A-C29CB40E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B20F2-AB44-FF42-B02B-9745DE67CDE0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CB2CA-2941-A9FC-3B4F-ECD766787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0C8D7-4C91-09B6-5583-55BBDC26D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3C100-B8E0-2545-B3AB-D33C6E23F6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2880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9ED50-8991-E10E-7A09-A67140B4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DA1C63-4B0F-3524-AD53-C2F9AA119B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6877CA-9EC6-1BFC-8D04-B1788F00A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0C046-86BC-D991-277C-CA0850D56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B20F2-AB44-FF42-B02B-9745DE67CDE0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4AE2C-CEE2-2062-D39E-0D712E58C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FB6D61-44A3-BF83-518D-985FB339B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3C100-B8E0-2545-B3AB-D33C6E23F6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75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D087-C9D4-B757-8AAE-F352C9EC6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E99D9D-466C-424C-B04F-DB1C4FE053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10873-CC58-7379-6A4A-D2C10131D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B20F2-AB44-FF42-B02B-9745DE67CDE0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9D294-D12D-CA03-53F0-2A1F51343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98117-39D6-3B5B-1073-D3A001F99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3C100-B8E0-2545-B3AB-D33C6E23F6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9863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978428-5D03-A327-A250-BC3D06331B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7DAEFB-08A9-B72F-D051-0390FAB9F9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9D9B9-B53B-C724-1BB7-3727D7602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B20F2-AB44-FF42-B02B-9745DE67CDE0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A2BB6-D326-7A20-BD5B-8833A5DBF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A40D4-561E-AF7F-2A03-07C47AB5D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3C100-B8E0-2545-B3AB-D33C6E23F6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4370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CF7DE3-110C-663F-B910-C4F26BD7B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F14A2-6171-8C9B-C0F6-A9DC811A3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CFAB8-CE82-F618-D839-6FC04216B8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B20F2-AB44-FF42-B02B-9745DE67CDE0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4770C-F0FD-A8E1-1BFB-D2686EC0E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A0BD5-0200-AD55-E2D7-0E96998001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3C100-B8E0-2545-B3AB-D33C6E23F6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744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netbird.io/about-netbird/understanding-nat-and-connectivity" TargetMode="External"/><Relationship Id="rId2" Type="http://schemas.openxmlformats.org/officeDocument/2006/relationships/hyperlink" Target="https://tailscale.com/blog/how-nat-traversal-work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kwakubiney/nat-travers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5BBA5-1CBD-F267-4D71-1EED72A9AB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Breaking Through Walls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D763D-8B32-9F91-011C-B26B96D519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P2P NAT Traversal with Go</a:t>
            </a:r>
          </a:p>
        </p:txBody>
      </p:sp>
    </p:spTree>
    <p:extLst>
      <p:ext uri="{BB962C8B-B14F-4D97-AF65-F5344CB8AC3E}">
        <p14:creationId xmlns:p14="http://schemas.microsoft.com/office/powerpoint/2010/main" val="3649009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B8611-EAF3-DD16-D690-E80EF4D0C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 am 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4ED6F-70FF-4EB3-D398-FBD7C8F84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995086" cy="4351338"/>
          </a:xfrm>
        </p:spPr>
        <p:txBody>
          <a:bodyPr/>
          <a:lstStyle/>
          <a:p>
            <a:r>
              <a:rPr lang="en-GB" dirty="0"/>
              <a:t>Name’s Biney. 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Some random dude interested in learning networking stuff</a:t>
            </a:r>
          </a:p>
        </p:txBody>
      </p:sp>
    </p:spTree>
    <p:extLst>
      <p:ext uri="{BB962C8B-B14F-4D97-AF65-F5344CB8AC3E}">
        <p14:creationId xmlns:p14="http://schemas.microsoft.com/office/powerpoint/2010/main" val="2565607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B8611-EAF3-DD16-D690-E80EF4D0C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Wait who am I actually?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4ED6F-70FF-4EB3-D398-FBD7C8F84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692" y="1690688"/>
            <a:ext cx="5995086" cy="4351338"/>
          </a:xfrm>
        </p:spPr>
        <p:txBody>
          <a:bodyPr/>
          <a:lstStyle/>
          <a:p>
            <a:r>
              <a:rPr lang="en-GB" dirty="0"/>
              <a:t>My laptop says 172.20.10.6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Google says 154.161.26.65</a:t>
            </a:r>
          </a:p>
          <a:p>
            <a:endParaRPr lang="en-GB" dirty="0"/>
          </a:p>
          <a:p>
            <a:r>
              <a:rPr lang="en-GB" dirty="0"/>
              <a:t>Living in two different worlds at once</a:t>
            </a:r>
          </a:p>
          <a:p>
            <a:endParaRPr lang="en-GB" dirty="0"/>
          </a:p>
          <a:p>
            <a:r>
              <a:rPr lang="en-GB" dirty="0"/>
              <a:t>The "Private IP" is just a local nickname</a:t>
            </a:r>
          </a:p>
        </p:txBody>
      </p:sp>
    </p:spTree>
    <p:extLst>
      <p:ext uri="{BB962C8B-B14F-4D97-AF65-F5344CB8AC3E}">
        <p14:creationId xmlns:p14="http://schemas.microsoft.com/office/powerpoint/2010/main" val="4067587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7BE28-A4A0-51F0-8E98-3889D3FD2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Sharing is caring but it's complicated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1F34F-DF16-FED0-8770-B76BAA0B3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625281" cy="4351338"/>
          </a:xfrm>
        </p:spPr>
        <p:txBody>
          <a:bodyPr/>
          <a:lstStyle/>
          <a:p>
            <a:r>
              <a:rPr lang="en-GB" dirty="0"/>
              <a:t>IPv4 is a limited resource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The router is playing middleman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Mapping internal ports to the world</a:t>
            </a:r>
          </a:p>
          <a:p>
            <a:endParaRPr lang="en-GB" dirty="0"/>
          </a:p>
          <a:p>
            <a:r>
              <a:rPr lang="en-GB" dirty="0"/>
              <a:t>The NAT Table keeps track of the lies</a:t>
            </a:r>
          </a:p>
        </p:txBody>
      </p:sp>
    </p:spTree>
    <p:extLst>
      <p:ext uri="{BB962C8B-B14F-4D97-AF65-F5344CB8AC3E}">
        <p14:creationId xmlns:p14="http://schemas.microsoft.com/office/powerpoint/2010/main" val="4254442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7BE28-A4A0-51F0-8E98-3889D3FD2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Public IPs should act like their names 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1F34F-DF16-FED0-8770-B76BAA0B3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9308"/>
            <a:ext cx="6625281" cy="4472718"/>
          </a:xfrm>
        </p:spPr>
        <p:txBody>
          <a:bodyPr>
            <a:normAutofit/>
          </a:bodyPr>
          <a:lstStyle/>
          <a:p>
            <a:r>
              <a:rPr lang="en-GB" dirty="0"/>
              <a:t>curl </a:t>
            </a:r>
            <a:r>
              <a:rPr lang="en-GB" dirty="0" err="1"/>
              <a:t>ifconfig.me</a:t>
            </a:r>
            <a:r>
              <a:rPr lang="en-GB" dirty="0"/>
              <a:t> gives me a public IP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I start a UDP listener on Port 9000</a:t>
            </a:r>
          </a:p>
          <a:p>
            <a:endParaRPr lang="en-GB" dirty="0"/>
          </a:p>
          <a:p>
            <a:r>
              <a:rPr lang="en-GB" dirty="0"/>
              <a:t>My </a:t>
            </a:r>
            <a:r>
              <a:rPr lang="en-GB" dirty="0" err="1"/>
              <a:t>Hetzner</a:t>
            </a:r>
            <a:r>
              <a:rPr lang="en-GB" dirty="0"/>
              <a:t> server sends a UDP packet to that IP:9000</a:t>
            </a:r>
          </a:p>
          <a:p>
            <a:endParaRPr lang="en-GB" dirty="0"/>
          </a:p>
          <a:p>
            <a:r>
              <a:rPr lang="en-GB" dirty="0"/>
              <a:t>What happens?</a:t>
            </a:r>
          </a:p>
        </p:txBody>
      </p:sp>
    </p:spTree>
    <p:extLst>
      <p:ext uri="{BB962C8B-B14F-4D97-AF65-F5344CB8AC3E}">
        <p14:creationId xmlns:p14="http://schemas.microsoft.com/office/powerpoint/2010/main" val="2732650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7BE28-A4A0-51F0-8E98-3889D3FD2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745"/>
            <a:ext cx="10515600" cy="1325563"/>
          </a:xfrm>
        </p:spPr>
        <p:txBody>
          <a:bodyPr/>
          <a:lstStyle/>
          <a:p>
            <a:r>
              <a:rPr lang="en-GB" dirty="0"/>
              <a:t>Locked from the outside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1F34F-DF16-FED0-8770-B76BAA0B3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69308"/>
            <a:ext cx="6205150" cy="4472718"/>
          </a:xfrm>
        </p:spPr>
        <p:txBody>
          <a:bodyPr>
            <a:normAutofit/>
          </a:bodyPr>
          <a:lstStyle/>
          <a:p>
            <a:r>
              <a:rPr lang="en-GB" dirty="0"/>
              <a:t>Inbound traffic is guilty until proven innocent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If I didn't ask for it, it doesn't get in</a:t>
            </a:r>
          </a:p>
          <a:p>
            <a:endParaRPr lang="en-GB" dirty="0"/>
          </a:p>
          <a:p>
            <a:r>
              <a:rPr lang="en-GB" dirty="0"/>
              <a:t>Opening inbound ports: huge security risk 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Firewalls are paranoid!</a:t>
            </a:r>
          </a:p>
        </p:txBody>
      </p:sp>
    </p:spTree>
    <p:extLst>
      <p:ext uri="{BB962C8B-B14F-4D97-AF65-F5344CB8AC3E}">
        <p14:creationId xmlns:p14="http://schemas.microsoft.com/office/powerpoint/2010/main" val="3447654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53FC2-ED38-702E-63A7-CF6705015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049" y="365125"/>
            <a:ext cx="10515600" cy="1325563"/>
          </a:xfrm>
        </p:spPr>
        <p:txBody>
          <a:bodyPr/>
          <a:lstStyle/>
          <a:p>
            <a:r>
              <a:rPr lang="en-GB" dirty="0"/>
              <a:t>VPN Gateway? That might work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CD7D28-3E26-D33D-9CA4-0A41460614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1581665"/>
            <a:ext cx="10515600" cy="4423719"/>
          </a:xfrm>
        </p:spPr>
      </p:pic>
    </p:spTree>
    <p:extLst>
      <p:ext uri="{BB962C8B-B14F-4D97-AF65-F5344CB8AC3E}">
        <p14:creationId xmlns:p14="http://schemas.microsoft.com/office/powerpoint/2010/main" val="2977763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53FC2-ED38-702E-63A7-CF6705015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9340"/>
          </a:xfrm>
        </p:spPr>
        <p:txBody>
          <a:bodyPr/>
          <a:lstStyle/>
          <a:p>
            <a:r>
              <a:rPr lang="en-GB" dirty="0"/>
              <a:t>Relays? 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FBD95AB6-9E94-5F9E-BD55-FBAB4965E8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9308" y="1124466"/>
            <a:ext cx="8625016" cy="5052497"/>
          </a:xfrm>
        </p:spPr>
      </p:pic>
    </p:spTree>
    <p:extLst>
      <p:ext uri="{BB962C8B-B14F-4D97-AF65-F5344CB8AC3E}">
        <p14:creationId xmlns:p14="http://schemas.microsoft.com/office/powerpoint/2010/main" val="1092606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7BE28-A4A0-51F0-8E98-3889D3FD2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745"/>
            <a:ext cx="10515600" cy="1004287"/>
          </a:xfrm>
        </p:spPr>
        <p:txBody>
          <a:bodyPr/>
          <a:lstStyle/>
          <a:p>
            <a:r>
              <a:rPr lang="en-GB" dirty="0"/>
              <a:t>A middleman who just signals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AA7ABE3-AFD3-ABC3-CEED-300329E57AC5}"/>
              </a:ext>
            </a:extLst>
          </p:cNvPr>
          <p:cNvSpPr txBox="1">
            <a:spLocks/>
          </p:cNvSpPr>
          <p:nvPr/>
        </p:nvSpPr>
        <p:spPr>
          <a:xfrm>
            <a:off x="6971271" y="1659195"/>
            <a:ext cx="3968577" cy="4955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D5147C-2776-0B2E-AC19-149AC023A8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38200" y="1421027"/>
            <a:ext cx="10515600" cy="491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20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7BE28-A4A0-51F0-8E98-3889D3FD2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745"/>
            <a:ext cx="10515600" cy="1004287"/>
          </a:xfrm>
        </p:spPr>
        <p:txBody>
          <a:bodyPr/>
          <a:lstStyle/>
          <a:p>
            <a:r>
              <a:rPr lang="en-GB" dirty="0"/>
              <a:t> The Simultaneous Knock </a:t>
            </a:r>
            <a:r>
              <a:rPr lang="en-GB" dirty="0">
                <a:sym typeface="Wingdings" pitchFamily="2" charset="2"/>
              </a:rPr>
              <a:t>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AA7ABE3-AFD3-ABC3-CEED-300329E57AC5}"/>
              </a:ext>
            </a:extLst>
          </p:cNvPr>
          <p:cNvSpPr txBox="1">
            <a:spLocks/>
          </p:cNvSpPr>
          <p:nvPr/>
        </p:nvSpPr>
        <p:spPr>
          <a:xfrm>
            <a:off x="6971271" y="1659195"/>
            <a:ext cx="3968577" cy="4955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D5147C-2776-0B2E-AC19-149AC023A8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23667" y="1570820"/>
            <a:ext cx="10344665" cy="4565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981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7BE28-A4A0-51F0-8E98-3889D3FD2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745"/>
            <a:ext cx="10515600" cy="1325563"/>
          </a:xfrm>
        </p:spPr>
        <p:txBody>
          <a:bodyPr/>
          <a:lstStyle/>
          <a:p>
            <a:r>
              <a:rPr lang="en-GB" dirty="0"/>
              <a:t>Stubborn NATs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1F34F-DF16-FED0-8770-B76BAA0B3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69308"/>
            <a:ext cx="6205150" cy="4472718"/>
          </a:xfrm>
        </p:spPr>
        <p:txBody>
          <a:bodyPr>
            <a:normAutofit/>
          </a:bodyPr>
          <a:lstStyle/>
          <a:p>
            <a:r>
              <a:rPr lang="en-GB" dirty="0"/>
              <a:t>Some NATs switch ports for every connection.</a:t>
            </a:r>
          </a:p>
          <a:p>
            <a:endParaRPr lang="en-GB" dirty="0"/>
          </a:p>
          <a:p>
            <a:r>
              <a:rPr lang="en-GB" dirty="0"/>
              <a:t>Companies like </a:t>
            </a:r>
            <a:r>
              <a:rPr lang="en-GB" dirty="0" err="1"/>
              <a:t>Tailscale</a:t>
            </a:r>
            <a:r>
              <a:rPr lang="en-GB" dirty="0"/>
              <a:t> use relay servers around the world</a:t>
            </a:r>
          </a:p>
        </p:txBody>
      </p:sp>
    </p:spTree>
    <p:extLst>
      <p:ext uri="{BB962C8B-B14F-4D97-AF65-F5344CB8AC3E}">
        <p14:creationId xmlns:p14="http://schemas.microsoft.com/office/powerpoint/2010/main" val="2066696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7BE28-A4A0-51F0-8E98-3889D3FD2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410" y="2665669"/>
            <a:ext cx="10515600" cy="1004287"/>
          </a:xfrm>
        </p:spPr>
        <p:txBody>
          <a:bodyPr/>
          <a:lstStyle/>
          <a:p>
            <a:r>
              <a:rPr lang="en-GB" dirty="0"/>
              <a:t>DEMO TIME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AA7ABE3-AFD3-ABC3-CEED-300329E57AC5}"/>
              </a:ext>
            </a:extLst>
          </p:cNvPr>
          <p:cNvSpPr txBox="1">
            <a:spLocks/>
          </p:cNvSpPr>
          <p:nvPr/>
        </p:nvSpPr>
        <p:spPr>
          <a:xfrm>
            <a:off x="6971271" y="1659195"/>
            <a:ext cx="3968577" cy="4955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3459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7BE28-A4A0-51F0-8E98-3889D3FD2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745"/>
            <a:ext cx="10515600" cy="1325563"/>
          </a:xfrm>
        </p:spPr>
        <p:txBody>
          <a:bodyPr/>
          <a:lstStyle/>
          <a:p>
            <a:r>
              <a:rPr lang="en-GB" dirty="0"/>
              <a:t>Further Reading (If Interested)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1F34F-DF16-FED0-8770-B76BAA0B3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69308"/>
            <a:ext cx="6205150" cy="4472718"/>
          </a:xfrm>
        </p:spPr>
        <p:txBody>
          <a:bodyPr>
            <a:normAutofit/>
          </a:bodyPr>
          <a:lstStyle/>
          <a:p>
            <a:r>
              <a:rPr lang="en-GB" dirty="0">
                <a:hlinkClick r:id="rId2"/>
              </a:rPr>
              <a:t>https://tailscale.com/blog/how-nat-traversal-works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3"/>
              </a:rPr>
              <a:t>https://docs.netbird.io/about-netbird/understanding-nat-and-connectivity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4"/>
              </a:rPr>
              <a:t>https://</a:t>
            </a:r>
            <a:r>
              <a:rPr lang="en-GB" dirty="0" err="1">
                <a:hlinkClick r:id="rId4"/>
              </a:rPr>
              <a:t>github.com</a:t>
            </a:r>
            <a:r>
              <a:rPr lang="en-GB" dirty="0">
                <a:hlinkClick r:id="rId4"/>
              </a:rPr>
              <a:t>/</a:t>
            </a:r>
            <a:r>
              <a:rPr lang="en-GB" dirty="0" err="1">
                <a:hlinkClick r:id="rId4"/>
              </a:rPr>
              <a:t>kwakubiney</a:t>
            </a:r>
            <a:r>
              <a:rPr lang="en-GB" dirty="0">
                <a:hlinkClick r:id="rId4"/>
              </a:rPr>
              <a:t>/</a:t>
            </a:r>
            <a:r>
              <a:rPr lang="en-GB" dirty="0" err="1">
                <a:hlinkClick r:id="rId4"/>
              </a:rPr>
              <a:t>nat</a:t>
            </a:r>
            <a:r>
              <a:rPr lang="en-GB" dirty="0">
                <a:hlinkClick r:id="rId4"/>
              </a:rPr>
              <a:t>-traversal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7117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231</Words>
  <Application>Microsoft Macintosh PowerPoint</Application>
  <PresentationFormat>Widescreen</PresentationFormat>
  <Paragraphs>53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Breaking Through Walls</vt:lpstr>
      <vt:lpstr>Who am I?</vt:lpstr>
      <vt:lpstr> Wait who am I actually?</vt:lpstr>
      <vt:lpstr>Sharing is caring but it's complicated</vt:lpstr>
      <vt:lpstr>Public IPs should act like their names ugh</vt:lpstr>
      <vt:lpstr>Locked from the outside</vt:lpstr>
      <vt:lpstr>VPN Gateway? That might work</vt:lpstr>
      <vt:lpstr>Relays? </vt:lpstr>
      <vt:lpstr>A middleman who just signals</vt:lpstr>
      <vt:lpstr> The Simultaneous Knock </vt:lpstr>
      <vt:lpstr>Stubborn NATs</vt:lpstr>
      <vt:lpstr>DEMO TIME</vt:lpstr>
      <vt:lpstr>Further Reading (If Interested)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Breaking Through Walls</dc:title>
  <dc:creator>Kwaku Biney</dc:creator>
  <cp:lastModifiedBy>Kwaku Biney</cp:lastModifiedBy>
  <cp:revision>2</cp:revision>
  <dcterms:created xsi:type="dcterms:W3CDTF">2026-02-08T11:48:49Z</dcterms:created>
  <dcterms:modified xsi:type="dcterms:W3CDTF">2026-03-01T17:43:17Z</dcterms:modified>
</cp:coreProperties>
</file>