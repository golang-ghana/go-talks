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0ADB5">
              <a:alpha val="15000"/>
            </a:srgbClr>
          </a:solidFill>
          <a:ln w="12700">
            <a:solidFill>
              <a:srgbClr val="00ADB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286000"/>
            <a:ext cx="2286000" cy="2286000"/>
          </a:xfrm>
          <a:prstGeom prst="ellipse">
            <a:avLst/>
          </a:prstGeom>
          <a:solidFill>
            <a:srgbClr val="79D7E7">
              <a:alpha val="10000"/>
            </a:srgbClr>
          </a:solidFill>
          <a:ln w="12700">
            <a:solidFill>
              <a:srgbClr val="79D7E7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A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097280" cy="36576"/>
          </a:xfrm>
          <a:prstGeom prst="rect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Quality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9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Deep Dive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govulncheck  ·  deadcode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golang.org/x/vuln  |  golang.org/x/tools/cmd/deadcode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640080" cy="502920"/>
          </a:xfrm>
          <a:prstGeom prst="rect">
            <a:avLst/>
          </a:prstGeom>
          <a:solidFill>
            <a:srgbClr val="00ADB5">
              <a:alpha val="85000"/>
            </a:srgbClr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978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9786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Static Analysis Matters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892808"/>
            <a:ext cx="640080" cy="502920"/>
          </a:xfrm>
          <a:prstGeom prst="rect">
            <a:avLst/>
          </a:prstGeom>
          <a:solidFill>
            <a:srgbClr val="79D7E7">
              <a:alpha val="85000"/>
            </a:srgbClr>
          </a:solidFill>
          <a:ln w="12700">
            <a:solidFill>
              <a:srgbClr val="79D7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476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9476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govulncheck — Vulnerability Scanning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642616"/>
            <a:ext cx="640080" cy="502920"/>
          </a:xfrm>
          <a:prstGeom prst="rect">
            <a:avLst/>
          </a:prstGeom>
          <a:solidFill>
            <a:srgbClr val="3FB950">
              <a:alpha val="85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97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697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deadcode — Dead Code Elimination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392424"/>
            <a:ext cx="640080" cy="502920"/>
          </a:xfrm>
          <a:prstGeom prst="rect">
            <a:avLst/>
          </a:prstGeom>
          <a:solidFill>
            <a:srgbClr val="F0883E">
              <a:alpha val="85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472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4472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CI/CD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4142232"/>
            <a:ext cx="640080" cy="502920"/>
          </a:xfrm>
          <a:prstGeom prst="rect">
            <a:avLst/>
          </a:prstGeom>
          <a:solidFill>
            <a:srgbClr val="00ADB5">
              <a:alpha val="85000"/>
            </a:srgbClr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970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197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Summary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Static Analysis?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06040" cy="2011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0604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exploit known vulnerabilities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606040" cy="2011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88720"/>
            <a:ext cx="2606040" cy="54864"/>
          </a:xfrm>
          <a:prstGeom prst="rect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4173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0ms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337560" y="2286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overhead — catches bugs before prod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06040" cy="2011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188720"/>
            <a:ext cx="260604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4173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172200" y="2286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from catching issues early in dev cycle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82296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29000"/>
            <a:ext cx="45720" cy="1280160"/>
          </a:xfrm>
          <a:prstGeom prst="rect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5204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9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Go's design principle: tooling is a first-class concern. The standard library ships go vet, and the ecosystem provides govulncheck and deadcode as officially maintained tools — not third-party afterthoughts.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1F2B"/>
          </a:solidFill>
          <a:ln w="12700">
            <a:solidFill>
              <a:srgbClr val="00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govulncheck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754880" y="2560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18488"/>
            <a:ext cx="128016" cy="128016"/>
          </a:xfrm>
          <a:prstGeom prst="rect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Go modules against the Go Vulnerability Database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128016" cy="128016"/>
          </a:xfrm>
          <a:prstGeom prst="rect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305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reports vulnerabilities reachable in your code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770632"/>
            <a:ext cx="128016" cy="128016"/>
          </a:xfrm>
          <a:prstGeom prst="rect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066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call graph — reduces false positives dramatically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346704"/>
            <a:ext cx="128016" cy="128016"/>
          </a:xfrm>
          <a:prstGeom prst="rect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826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modules, packages, or binaries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922776"/>
            <a:ext cx="128016" cy="128016"/>
          </a:xfrm>
          <a:prstGeom prst="rect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587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by the Go Security team at Google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0" y="1051560"/>
            <a:ext cx="4206240" cy="37490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&amp; Usage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1554480"/>
            <a:ext cx="393192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go install golang.org/x/vuln/cmd/govulncheck@latest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Scan current module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govulncheck ./...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Scan a binary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govulncheck -mode binary myapp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JSON output (for CI)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govulncheck -json ./...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govulncheck — Sample Output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2860"/>
          </a:xfrm>
          <a:prstGeom prst="rect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3200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terminal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822960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Vulnerability #1: GO-2023-1840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Found in: golang.org/x/text@v0.3.7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Fixed in: golang.org/x/text@v0.3.8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More info: https://pkg.go.dev/vuln/GO-2023-1840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Call stacks in your code: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main.go:14:21: main.parseInput calls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golang.org/x/text/transform.String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Vulnerability #2: GO-2022-0536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Found in: github.com/dgrijalva/jwt-go@v3.2.0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Fixed in: github.com/golang-jwt/jwt/v4@v4.0.0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Summary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 vulnerabilities found.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9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govulncheck only flags vulnerabilities reachable via your actual call graph — not all vulnerable imports.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govulncheck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011680" y="1874520"/>
            <a:ext cx="502920" cy="731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0" y="1737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554480" cy="1600200"/>
          </a:xfrm>
          <a:prstGeom prst="rect">
            <a:avLst/>
          </a:prstGeom>
          <a:solidFill>
            <a:srgbClr val="1C2128"/>
          </a:solidFill>
          <a:ln w="19050">
            <a:solidFill>
              <a:srgbClr val="00ADB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1554480" cy="64008"/>
          </a:xfrm>
          <a:prstGeom prst="rect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Graph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 analysis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your 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69080" y="1874520"/>
            <a:ext cx="502920" cy="731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737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1097280"/>
            <a:ext cx="1554480" cy="1600200"/>
          </a:xfrm>
          <a:prstGeom prst="rect">
            <a:avLst/>
          </a:prstGeom>
          <a:solidFill>
            <a:srgbClr val="1C2128"/>
          </a:solidFill>
          <a:ln w="19050">
            <a:solidFill>
              <a:srgbClr val="79D7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097280"/>
            <a:ext cx="1554480" cy="64008"/>
          </a:xfrm>
          <a:prstGeom prst="rect">
            <a:avLst/>
          </a:prstGeom>
          <a:solidFill>
            <a:srgbClr val="79D7E7"/>
          </a:solidFill>
          <a:ln w="12700">
            <a:solidFill>
              <a:srgbClr val="79D7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188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Vuln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1762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pkg.go.dev/vuln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(OSV format)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874520"/>
            <a:ext cx="502920" cy="731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737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1097280"/>
            <a:ext cx="1554480" cy="1600200"/>
          </a:xfrm>
          <a:prstGeom prst="rect">
            <a:avLst/>
          </a:prstGeom>
          <a:solidFill>
            <a:srgbClr val="1C2128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097280"/>
            <a:ext cx="1554480" cy="640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188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21762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CVEs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29400" y="1097280"/>
            <a:ext cx="1554480" cy="1600200"/>
          </a:xfrm>
          <a:prstGeom prst="rect">
            <a:avLst/>
          </a:prstGeom>
          <a:solidFill>
            <a:srgbClr val="1C2128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29400" y="1097280"/>
            <a:ext cx="155448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1188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21762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issues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call path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govulncheck vs. nancy / trivy / osv-scanner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8229600" cy="16916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govulncheck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nancy / trivy / osv-scanner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graph aware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— reports all deps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Go-native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unused vulns flagged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scanning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12"/>
          </a:solidFill>
          <a:ln w="12700">
            <a:solidFill>
              <a:srgbClr val="0F1F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deadcode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840480" y="2560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Code Detector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18488"/>
            <a:ext cx="128016" cy="12801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functions that can never be called at runtime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128016" cy="12801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305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whole-program call graph analysis (cha/rta)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770632"/>
            <a:ext cx="128016" cy="12801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066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interfaces and dynamic dispatch correctly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346704"/>
            <a:ext cx="128016" cy="12801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826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golang.org/x/tools — officially maintained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922776"/>
            <a:ext cx="128016" cy="12801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587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clean list of unreachable function paths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0" y="1051560"/>
            <a:ext cx="4206240" cy="37490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&amp; Usage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1554480"/>
            <a:ext cx="3931920" cy="3108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go install golang.org/x/tools/cmd/deadcode@latest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dead code in a main package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deadcode -test ./...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 by package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deadcode -filter mypkg ./...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Verbose: show call graph reason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deadcode -v ./...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tags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deadcode -tags integration ./...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deadcode — Output &amp; Use Cases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28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5029200" cy="30175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502920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869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terminal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4754880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deadcode ./...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myapp/handlers.go:42:6: unreachable: legacyHandler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myapp/utils/parse.go:18:6: unreachable: parseV1Format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myapp/auth/oauth.go:91:6: unreachable: deprecatedTokenCheck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myapp/storage/s3.go:204:6: unreachable: retryWithBackoffV0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internal/cache/lru.go:67:6: unreachable: flushAll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unreachable functions found.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0" y="914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remove dead code?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577840" y="1417320"/>
            <a:ext cx="3337560" cy="53035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4538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Reduce attack surface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16916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Unreachable code can still contain bugs or vulns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2057400"/>
            <a:ext cx="3337560" cy="53035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20939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Smaller binaries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0" y="23317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functions bloat your compiled binary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2697480"/>
            <a:ext cx="3337560" cy="53035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7340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Cleaner codebase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29718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refactoring safer and easier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3337560"/>
            <a:ext cx="3337560" cy="53035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33741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Audit confidence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36118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security reviews — prove code paths don't exist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023360"/>
            <a:ext cx="8412480" cy="777240"/>
          </a:xfrm>
          <a:prstGeom prst="rect">
            <a:avLst/>
          </a:prstGeom>
          <a:solidFill>
            <a:srgbClr val="0F1F1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Note: deadcode requires a main package entry point. Use -test flag to include test functions in the analysis.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286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5029200" cy="39319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Actions (.github/workflows/security.yml)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475488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Go Security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[push, pull_request]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vulncheck: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actions/setup-go@v5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go-version: '1.22'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Install govulncheck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go install golang.org/x/vuln/cmd/govulncheck@latest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Run govulncheck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govulncheck ./...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Install deadcode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go install golang.org/x/tools/cmd/deadcode@latest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Check dead 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deadcode -test ./... | tee dead.txt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if [ -s dead.txt ];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echo "Dead code found:"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cat dead.txt &amp;&amp; exit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577840" y="8961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77840" y="1389888"/>
            <a:ext cx="3337560" cy="56692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1389888"/>
            <a:ext cx="45720" cy="56692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14356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0" y="16642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govulncheck exits non-zero on any vuln — CI breaks immediately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2075688"/>
            <a:ext cx="3337560" cy="56692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2075688"/>
            <a:ext cx="45720" cy="56692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21214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SARIF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15000" y="23500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-json and convert to SARIF for GitHub Security tab integration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2761488"/>
            <a:ext cx="3337560" cy="56692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2761488"/>
            <a:ext cx="45720" cy="56692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28072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modules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15000" y="30358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go module downloads to keep CI fast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3447288"/>
            <a:ext cx="3337560" cy="56692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3447288"/>
            <a:ext cx="45720" cy="56692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34930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tool versions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0" y="37216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@v0.1.8 not @latest for reproducible CI builds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4133088"/>
            <a:ext cx="3337560" cy="56692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4133088"/>
            <a:ext cx="45720" cy="56692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41788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code gate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15000" y="44074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if new dead code is added via git diff on output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737360"/>
          </a:xfrm>
          <a:prstGeom prst="rect">
            <a:avLst/>
          </a:prstGeom>
          <a:solidFill>
            <a:srgbClr val="1C2128"/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4206240" cy="54864"/>
          </a:xfrm>
          <a:prstGeom prst="rect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govulncheck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every PR and merge to main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go.sum and go.mod tight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to Go security announcements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vulnerable deps within 1 sprint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-json output for dashboard metrics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206240" cy="173736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097280"/>
            <a:ext cx="420624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deadcode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536192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before every major refactor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-test to include test code paths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baseline and track changes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Delete, don't comment out dead functions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-filter to focus on your own packages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206240" cy="1737360"/>
          </a:xfrm>
          <a:prstGeom prst="rect">
            <a:avLst/>
          </a:prstGeom>
          <a:solidFill>
            <a:srgbClr val="1C2128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26080"/>
            <a:ext cx="420624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Toolchain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364992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go vet alongside these tools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golangci-lint bundles many analyzers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pre-commit hooks locally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staticcheck for even deeper analysis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gopls for IDE-level static analysis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206240" cy="1737360"/>
          </a:xfrm>
          <a:prstGeom prst="rect">
            <a:avLst/>
          </a:prstGeom>
          <a:solidFill>
            <a:srgbClr val="1C2128"/>
          </a:solidFill>
          <a:ln w="12700">
            <a:solidFill>
              <a:srgbClr val="79D7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926080"/>
            <a:ext cx="4206240" cy="54864"/>
          </a:xfrm>
          <a:prstGeom prst="rect">
            <a:avLst/>
          </a:prstGeom>
          <a:solidFill>
            <a:srgbClr val="79D7E7"/>
          </a:solidFill>
          <a:ln w="12700">
            <a:solidFill>
              <a:srgbClr val="79D7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9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Reporting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364992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govulncheck -json for dashboards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vuln count over time as a metric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GitHub Security tab for visibility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tool output in release notes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new vulns via Slack/PagerDuty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0ADB5">
              <a:alpha val="10000"/>
            </a:srgbClr>
          </a:solidFill>
          <a:ln w="12700">
            <a:solidFill>
              <a:srgbClr val="00ADB5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3FB950">
              <a:alpha val="10000"/>
            </a:srgbClr>
          </a:solidFill>
          <a:ln w="12700">
            <a:solidFill>
              <a:srgbClr val="3FB95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safer Go.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govulncheck + deadcode =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confidence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2468880" cy="594360"/>
          </a:xfrm>
          <a:prstGeom prst="rect">
            <a:avLst/>
          </a:prstGeom>
          <a:solidFill>
            <a:srgbClr val="1C2128"/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govulncheck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pkg.go.dev/golang.org/x/vuln/cmd/govulncheck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0" y="3657600"/>
            <a:ext cx="2468880" cy="594360"/>
          </a:xfrm>
          <a:prstGeom prst="rect">
            <a:avLst/>
          </a:prstGeom>
          <a:solidFill>
            <a:srgbClr val="1C2128"/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deadcode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pkg.go.dev/golang.org/x/tools/cmd/deadcode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3657600"/>
            <a:ext cx="2468880" cy="594360"/>
          </a:xfrm>
          <a:prstGeom prst="rect">
            <a:avLst/>
          </a:prstGeom>
          <a:solidFill>
            <a:srgbClr val="1C2128"/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Vuln DB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9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vuln.go.dev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Security &amp; Quality Tools</dc:title>
  <dc:subject>PptxGenJS Presentation</dc:subject>
  <dc:creator>PptxGenJS</dc:creator>
  <cp:lastModifiedBy>PptxGenJS</cp:lastModifiedBy>
  <cp:revision>1</cp:revision>
  <dcterms:created xsi:type="dcterms:W3CDTF">2026-04-26T15:26:00Z</dcterms:created>
  <dcterms:modified xsi:type="dcterms:W3CDTF">2026-04-26T15:26:00Z</dcterms:modified>
</cp:coreProperties>
</file>