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10" r:id="rId2"/>
    <p:sldId id="383" r:id="rId3"/>
    <p:sldId id="409" r:id="rId4"/>
    <p:sldId id="411" r:id="rId5"/>
    <p:sldId id="389" r:id="rId6"/>
    <p:sldId id="391" r:id="rId7"/>
    <p:sldId id="397" r:id="rId8"/>
    <p:sldId id="412" r:id="rId9"/>
    <p:sldId id="413" r:id="rId10"/>
    <p:sldId id="414" r:id="rId11"/>
    <p:sldId id="398" r:id="rId12"/>
    <p:sldId id="415" r:id="rId13"/>
    <p:sldId id="417" r:id="rId14"/>
    <p:sldId id="416" r:id="rId15"/>
    <p:sldId id="418" r:id="rId16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16D9F66E-5EB9-4882-86FB-DCBF35E3C3E4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BF1E9"/>
          </a:solidFill>
        </a:fill>
      </a:tcStyle>
    </a:wholeTbl>
    <a:band1H>
      <a:tcStyle>
        <a:tcBdr/>
        <a:fill>
          <a:solidFill>
            <a:srgbClr val="D5E3CF"/>
          </a:solidFill>
        </a:fill>
      </a:tcStyle>
    </a:band1H>
    <a:band1V>
      <a:tcStyle>
        <a:tcBdr/>
        <a:fill>
          <a:solidFill>
            <a:srgbClr val="D5E3CF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BF1E9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BF1E9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2DE63D5-997A-4646-A377-4702673A728D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Row>
  </a:tblStyle>
  <a:tblStyle styleId="{2A488322-F2BA-4B5B-9748-0D474271808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70AD47"/>
          </a:solidFill>
        </a:fill>
      </a:tcStyle>
    </a:firstRow>
  </a:tblStyle>
  <a:tblStyle styleId="{69CF1AB2-1976-4502-BF36-3FF5EA218861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1V>
      <a:tcStyle>
        <a:tcBdr/>
        <a:fill>
          <a:solidFill>
            <a:srgbClr val="CFD5EA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9EBF5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9EBF5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7E9639D4-E3E2-4D34-9284-5A2195B3D0D7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  <a:tblStyle styleId="{8A107856-5554-42FB-B03E-39F5DBC370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CECE8"/>
          </a:solidFill>
        </a:fill>
      </a:tcStyle>
    </a:wholeTbl>
    <a:band1H>
      <a:tcStyle>
        <a:tcBdr/>
        <a:fill>
          <a:solidFill>
            <a:srgbClr val="F8D7CD"/>
          </a:solidFill>
        </a:fill>
      </a:tcStyle>
    </a:band1H>
    <a:band1V>
      <a:tcStyle>
        <a:tcBdr/>
        <a:fill>
          <a:solidFill>
            <a:srgbClr val="F8D7C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CECE8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FCECE8"/>
          </a:solidFill>
        </a:fill>
      </a:tcStyle>
    </a:firstRow>
  </a:tblStyle>
  <a:tblStyle styleId="{8799B23B-EC83-4686-B30A-512413B5E67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08"/>
    <p:restoredTop sz="94700"/>
  </p:normalViewPr>
  <p:slideViewPr>
    <p:cSldViewPr snapToGrid="0">
      <p:cViewPr varScale="1">
        <p:scale>
          <a:sx n="63" d="100"/>
          <a:sy n="63" d="100"/>
        </p:scale>
        <p:origin x="216" y="1608"/>
      </p:cViewPr>
      <p:guideLst/>
    </p:cSldViewPr>
  </p:slideViewPr>
  <p:outlineViewPr>
    <p:cViewPr>
      <p:scale>
        <a:sx n="33" d="100"/>
        <a:sy n="33" d="100"/>
      </p:scale>
      <p:origin x="0" y="-219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1B99617F-8E50-0294-5045-384F2E9F541F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BB3D485-8720-EC40-B161-59A0F302BE35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2/15/26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231E231-A8A2-73A8-4ECE-1A4134CC4A9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1B06DC1-030D-2146-B79F-F72A88CAAA38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257B6743-E65F-3640-AE86-4521A2F056A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Header Placeholder 7">
            <a:extLst>
              <a:ext uri="{FF2B5EF4-FFF2-40B4-BE49-F238E27FC236}">
                <a16:creationId xmlns:a16="http://schemas.microsoft.com/office/drawing/2014/main" id="{456B071F-3F7E-CAB3-BADC-E288C31A530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6428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013CA0-8AC7-4F1E-62B3-3D4D446326B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6079F-BF83-B0D8-D9AF-6F78CB1F91C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94FD742-C231-3C46-988A-B4F9D3325487}" type="datetime1">
              <a:rPr lang="en-US"/>
              <a:pPr lvl="0"/>
              <a:t>2/15/26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702E92B-F402-F5EA-0D16-A959AE9BF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51C38AB-E7DC-D302-88DA-53D8A9C8063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4FE98-3CA3-F9F5-2869-24209AC4188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B7439-879A-5E6A-1080-1642F73D9C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B70585CE-0280-FE48-A429-0943E7E2A3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3FCA7-4AE2-A419-ECE3-9C1E5949D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06F24-132E-C081-28DF-F881E6F0A8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466DF-4C65-24A1-6A85-40F9605A27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72036D5-84A8-894A-ACAD-951DB509BABA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82919-0CDB-3FF7-EAA9-879E854A0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7EB9A-8D86-94D5-7106-3DC10CDCD6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668A8-7002-F3E3-5166-97106FE2635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291421C-B4DE-3C43-9E88-1F7EB8F159E1}" type="slidenum"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D5BF7-D44A-1DA9-5856-1B2B55D62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A849C-8D01-3746-AC21-DF86F9AA41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2F20-9492-DD56-54CF-F425C565DF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F841ED8-AC41-FB4C-9282-681DF95D9141}" type="slidenum"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17F6-EBA7-BC08-9FD0-9FC6522A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69BCD-22F7-05CC-738C-C84D43221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47A9A-6A50-EFA4-1B15-1480143B4E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AC9B4-30CC-60FE-D6A1-074C870368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99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FD1C5-F450-AECF-4436-2F958A446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E8DDE-974B-EDD8-8276-B35FDC17B7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E6B81-CA65-4D48-1340-752955D8E1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E07AE5C-06F6-C243-9ADA-1AA35EA265CA}" type="slidenum"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0E040-F5C9-9689-4CDC-7C67C4A8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74A50A-B685-BDED-0D33-39FB79BA00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5787A-D7D3-44FC-6E3A-328E4C7EB8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C5CB3-8BD4-3BFE-9B43-A03160A6E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CAF91-F5BB-D8B6-3746-67EBEC6240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6C247-8FF7-1CEF-F6A7-BFE144C085C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614AF54-1906-C243-AE1D-D8678198E2FA}" type="slidenum"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DEDC-4293-31C7-EBC1-AB6DEE8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236C1-2DEF-9BAA-6036-211E25B3A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758C6-4338-4DA8-8F9A-9887A7FAEE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32BEC-004C-6E33-678B-ED9437D3D4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61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D5DBF-F3EC-4F8C-B738-FBF3975E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A0C50-E4C2-4F74-466A-3104EF136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98183-898B-0F63-D344-B4779A8EEF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68EED-791D-AC9B-76AE-38D70F1C8A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614AF54-1906-C243-AE1D-D8678198E2FA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30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DF29-2A74-1206-965B-C85F683CF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127F3-F559-19EC-2CB7-339A5048D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FB80D-D76A-A267-09EC-2C95697B1A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1C76D-C320-3352-07F6-B0029E2227A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64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B055C-C5D2-FD28-4DD4-E6996301A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11369-B858-AE8A-993C-F9B0CE4160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0B179-93BA-D821-4238-30BA5D4B0F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F9507CA-E497-B643-84DA-7B7FCCA9716D}" type="slidenum"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F1C1-9F03-A1B7-4AF9-24C6625D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9E428-7355-F2FB-EC51-F0CAF8142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702A9-0F28-5A55-B5A3-B582BB5DA6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2407-030F-05D1-67E5-0713228734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79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6BADD-6547-F503-1176-422C5A59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67B18-EEF4-F00B-D685-D4361592D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5625C-99F5-FFDA-B902-579E0799DE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6A11-7C49-AFFB-8FFE-DC995BD1C1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614AF54-1906-C243-AE1D-D8678198E2FA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98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88EF-A00E-E86B-B703-A00C4D18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A93D8-707A-C6A8-A331-947FB6564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80F04-ACC8-B4EE-7B81-E40CAA2299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AB19C-8E8D-8848-0602-A3D260954C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57FA6A1-CC85-EB43-971B-7C02320CB0AA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65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FB43-7E24-3D83-766C-7EB57198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A17C2-2B2E-51CB-C684-54C85C384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98386-5320-3BE8-E3F3-535994F4F9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6FE8-9B3F-D0E2-C29A-296967398C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F9507CA-E497-B643-84DA-7B7FCCA9716D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69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3FE7-4633-720E-82F6-CDA281F5F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 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550AC1F4-388A-5858-2E26-56AA9375AFDA}"/>
              </a:ext>
            </a:extLst>
          </p:cNvPr>
          <p:cNvGrpSpPr/>
          <p:nvPr/>
        </p:nvGrpSpPr>
        <p:grpSpPr>
          <a:xfrm>
            <a:off x="0" y="758750"/>
            <a:ext cx="6099248" cy="6099249"/>
            <a:chOff x="0" y="758750"/>
            <a:chExt cx="6099248" cy="6099249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0BEA5CAE-23E2-D442-76AE-349594D732F9}"/>
                </a:ext>
              </a:extLst>
            </p:cNvPr>
            <p:cNvSpPr/>
            <p:nvPr/>
          </p:nvSpPr>
          <p:spPr>
            <a:xfrm>
              <a:off x="0" y="758750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427AC4F-9FC7-7E23-92E5-E9F92034D269}"/>
                </a:ext>
              </a:extLst>
            </p:cNvPr>
            <p:cNvSpPr/>
            <p:nvPr/>
          </p:nvSpPr>
          <p:spPr>
            <a:xfrm>
              <a:off x="0" y="4862129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1751804-6F05-121E-0DDB-229AA6B3F94B}"/>
                </a:ext>
              </a:extLst>
            </p:cNvPr>
            <p:cNvSpPr/>
            <p:nvPr/>
          </p:nvSpPr>
          <p:spPr>
            <a:xfrm>
              <a:off x="2097798" y="4856981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DFCFB36E-50AC-C83D-7A99-EA6DF185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7102558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342E3464-5C7B-3838-F152-5219FC4D6435}"/>
              </a:ext>
            </a:extLst>
          </p:cNvPr>
          <p:cNvGrpSpPr/>
          <p:nvPr/>
        </p:nvGrpSpPr>
        <p:grpSpPr>
          <a:xfrm>
            <a:off x="6362696" y="0"/>
            <a:ext cx="5829300" cy="3235604"/>
            <a:chOff x="6362696" y="0"/>
            <a:chExt cx="5829300" cy="3235604"/>
          </a:xfrm>
        </p:grpSpPr>
        <p:sp>
          <p:nvSpPr>
            <p:cNvPr id="3" name="AutoShape 24">
              <a:extLst>
                <a:ext uri="{FF2B5EF4-FFF2-40B4-BE49-F238E27FC236}">
                  <a16:creationId xmlns:a16="http://schemas.microsoft.com/office/drawing/2014/main" id="{D1BB6388-C976-9488-7645-192309D998E8}"/>
                </a:ext>
              </a:extLst>
            </p:cNvPr>
            <p:cNvSpPr/>
            <p:nvPr/>
          </p:nvSpPr>
          <p:spPr>
            <a:xfrm>
              <a:off x="6362696" y="0"/>
              <a:ext cx="3884755" cy="3235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78"/>
                <a:gd name="f7" fmla="val 2980"/>
                <a:gd name="f8" fmla="+- 0 8372 0"/>
                <a:gd name="f9" fmla="+- 0 7780 0"/>
                <a:gd name="f10" fmla="+- 0 6586 0"/>
                <a:gd name="f11" fmla="+- 0 7774 0"/>
                <a:gd name="f12" fmla="+- 0 10163 0"/>
                <a:gd name="f13" fmla="+- 0 9566 0"/>
                <a:gd name="f14" fmla="+- 0 8969 0"/>
                <a:gd name="f15" fmla="val 1786"/>
                <a:gd name="f16" fmla="val 591"/>
                <a:gd name="f17" fmla="val 1194"/>
                <a:gd name="f18" fmla="val 1188"/>
                <a:gd name="f19" fmla="val 3577"/>
                <a:gd name="f20" fmla="val 2383"/>
                <a:gd name="f21" fmla="+- 0 0 -90"/>
                <a:gd name="f22" fmla="*/ f3 1 3578"/>
                <a:gd name="f23" fmla="*/ f4 1 2980"/>
                <a:gd name="f24" fmla="val f5"/>
                <a:gd name="f25" fmla="val f6"/>
                <a:gd name="f26" fmla="val f7"/>
                <a:gd name="f27" fmla="+- f8 0 6586"/>
                <a:gd name="f28" fmla="+- f9 0 6586"/>
                <a:gd name="f29" fmla="+- f10 0 6586"/>
                <a:gd name="f30" fmla="+- f11 0 6586"/>
                <a:gd name="f31" fmla="+- f12 0 6586"/>
                <a:gd name="f32" fmla="+- f13 0 6586"/>
                <a:gd name="f33" fmla="+- f14 0 6586"/>
                <a:gd name="f34" fmla="*/ f21 f0 1"/>
                <a:gd name="f35" fmla="+- f26 0 f24"/>
                <a:gd name="f36" fmla="+- f25 0 f24"/>
                <a:gd name="f37" fmla="*/ f34 1 f2"/>
                <a:gd name="f38" fmla="*/ f36 1 3578"/>
                <a:gd name="f39" fmla="*/ f35 1 2980"/>
                <a:gd name="f40" fmla="*/ f27 f36 1"/>
                <a:gd name="f41" fmla="*/ 591 f35 1"/>
                <a:gd name="f42" fmla="*/ f28 f36 1"/>
                <a:gd name="f43" fmla="*/ 0 f35 1"/>
                <a:gd name="f44" fmla="*/ f29 f36 1"/>
                <a:gd name="f45" fmla="*/ f30 f36 1"/>
                <a:gd name="f46" fmla="*/ 1188 f35 1"/>
                <a:gd name="f47" fmla="*/ f31 f36 1"/>
                <a:gd name="f48" fmla="*/ 2383 f35 1"/>
                <a:gd name="f49" fmla="*/ f32 f36 1"/>
                <a:gd name="f50" fmla="*/ 1786 f35 1"/>
                <a:gd name="f51" fmla="*/ f33 f36 1"/>
                <a:gd name="f52" fmla="*/ 2980 f35 1"/>
                <a:gd name="f53" fmla="+- f37 0 f1"/>
                <a:gd name="f54" fmla="*/ f40 1 3578"/>
                <a:gd name="f55" fmla="*/ f41 1 2980"/>
                <a:gd name="f56" fmla="*/ f42 1 3578"/>
                <a:gd name="f57" fmla="*/ f43 1 2980"/>
                <a:gd name="f58" fmla="*/ f44 1 3578"/>
                <a:gd name="f59" fmla="*/ f45 1 3578"/>
                <a:gd name="f60" fmla="*/ f46 1 2980"/>
                <a:gd name="f61" fmla="*/ f47 1 3578"/>
                <a:gd name="f62" fmla="*/ f48 1 2980"/>
                <a:gd name="f63" fmla="*/ f49 1 3578"/>
                <a:gd name="f64" fmla="*/ f50 1 2980"/>
                <a:gd name="f65" fmla="*/ f51 1 3578"/>
                <a:gd name="f66" fmla="*/ f52 1 2980"/>
                <a:gd name="f67" fmla="*/ 0 1 f38"/>
                <a:gd name="f68" fmla="*/ f25 1 f38"/>
                <a:gd name="f69" fmla="*/ 0 1 f39"/>
                <a:gd name="f70" fmla="*/ f26 1 f39"/>
                <a:gd name="f71" fmla="*/ f54 1 f38"/>
                <a:gd name="f72" fmla="*/ f55 1 f39"/>
                <a:gd name="f73" fmla="*/ f56 1 f38"/>
                <a:gd name="f74" fmla="*/ f57 1 f39"/>
                <a:gd name="f75" fmla="*/ f58 1 f38"/>
                <a:gd name="f76" fmla="*/ f59 1 f38"/>
                <a:gd name="f77" fmla="*/ f60 1 f39"/>
                <a:gd name="f78" fmla="*/ f61 1 f38"/>
                <a:gd name="f79" fmla="*/ f62 1 f39"/>
                <a:gd name="f80" fmla="*/ f63 1 f38"/>
                <a:gd name="f81" fmla="*/ f64 1 f39"/>
                <a:gd name="f82" fmla="*/ f65 1 f38"/>
                <a:gd name="f83" fmla="*/ f66 1 f39"/>
                <a:gd name="f84" fmla="*/ f67 f22 1"/>
                <a:gd name="f85" fmla="*/ f68 f22 1"/>
                <a:gd name="f86" fmla="*/ f70 f23 1"/>
                <a:gd name="f87" fmla="*/ f69 f23 1"/>
                <a:gd name="f88" fmla="*/ f71 f22 1"/>
                <a:gd name="f89" fmla="*/ f72 f23 1"/>
                <a:gd name="f90" fmla="*/ f73 f22 1"/>
                <a:gd name="f91" fmla="*/ f74 f23 1"/>
                <a:gd name="f92" fmla="*/ f75 f22 1"/>
                <a:gd name="f93" fmla="*/ f76 f22 1"/>
                <a:gd name="f94" fmla="*/ f77 f23 1"/>
                <a:gd name="f95" fmla="*/ f78 f22 1"/>
                <a:gd name="f96" fmla="*/ f79 f23 1"/>
                <a:gd name="f97" fmla="*/ f80 f22 1"/>
                <a:gd name="f98" fmla="*/ f81 f23 1"/>
                <a:gd name="f99" fmla="*/ f82 f22 1"/>
                <a:gd name="f100" fmla="*/ f83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3">
                  <a:pos x="f88" y="f89"/>
                </a:cxn>
                <a:cxn ang="f53">
                  <a:pos x="f90" y="f91"/>
                </a:cxn>
                <a:cxn ang="f53">
                  <a:pos x="f92" y="f91"/>
                </a:cxn>
                <a:cxn ang="f53">
                  <a:pos x="f93" y="f94"/>
                </a:cxn>
                <a:cxn ang="f53">
                  <a:pos x="f88" y="f89"/>
                </a:cxn>
                <a:cxn ang="f53">
                  <a:pos x="f95" y="f96"/>
                </a:cxn>
                <a:cxn ang="f53">
                  <a:pos x="f97" y="f98"/>
                </a:cxn>
                <a:cxn ang="f53">
                  <a:pos x="f99" y="f96"/>
                </a:cxn>
                <a:cxn ang="f53">
                  <a:pos x="f97" y="f100"/>
                </a:cxn>
                <a:cxn ang="f53">
                  <a:pos x="f95" y="f96"/>
                </a:cxn>
              </a:cxnLst>
              <a:rect l="f84" t="f87" r="f85" b="f86"/>
              <a:pathLst>
                <a:path w="3578" h="2980">
                  <a:moveTo>
                    <a:pt x="f15" y="f16"/>
                  </a:moveTo>
                  <a:lnTo>
                    <a:pt x="f17" y="f5"/>
                  </a:lnTo>
                  <a:lnTo>
                    <a:pt x="f5" y="f5"/>
                  </a:lnTo>
                  <a:lnTo>
                    <a:pt x="f18" y="f18"/>
                  </a:lnTo>
                  <a:lnTo>
                    <a:pt x="f15" y="f16"/>
                  </a:lnTo>
                  <a:moveTo>
                    <a:pt x="f19" y="f20"/>
                  </a:moveTo>
                  <a:lnTo>
                    <a:pt x="f7" y="f15"/>
                  </a:lnTo>
                  <a:lnTo>
                    <a:pt x="f20" y="f20"/>
                  </a:lnTo>
                  <a:lnTo>
                    <a:pt x="f7" y="f7"/>
                  </a:lnTo>
                  <a:lnTo>
                    <a:pt x="f19" y="f2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37A8EB6D-1626-9198-DE5C-DE60D1F69034}"/>
                </a:ext>
              </a:extLst>
            </p:cNvPr>
            <p:cNvSpPr/>
            <p:nvPr/>
          </p:nvSpPr>
          <p:spPr>
            <a:xfrm>
              <a:off x="7004368" y="1289898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7774 0"/>
                <a:gd name="f8" fmla="+- 0 7177 0"/>
                <a:gd name="f9" fmla="+- 0 8372 0"/>
                <a:gd name="f10" fmla="+- 0 8969 0"/>
                <a:gd name="f11" fmla="val 597"/>
                <a:gd name="f12" fmla="val 598"/>
                <a:gd name="f13" fmla="val 1195"/>
                <a:gd name="f14" fmla="+- 0 0 -90"/>
                <a:gd name="f15" fmla="*/ f3 1 1792"/>
                <a:gd name="f16" fmla="*/ f4 1 1792"/>
                <a:gd name="f17" fmla="val f5"/>
                <a:gd name="f18" fmla="val f6"/>
                <a:gd name="f19" fmla="+- f7 0 7177"/>
                <a:gd name="f20" fmla="+- f8 0 7177"/>
                <a:gd name="f21" fmla="+- f9 0 7177"/>
                <a:gd name="f22" fmla="+- f10 0 7177"/>
                <a:gd name="f23" fmla="*/ f14 f0 1"/>
                <a:gd name="f24" fmla="+- f18 0 f17"/>
                <a:gd name="f25" fmla="*/ f23 1 f2"/>
                <a:gd name="f26" fmla="*/ f24 1 1792"/>
                <a:gd name="f27" fmla="*/ f19 f24 1"/>
                <a:gd name="f28" fmla="*/ 1188 f24 1"/>
                <a:gd name="f29" fmla="*/ f20 f24 1"/>
                <a:gd name="f30" fmla="*/ 1786 f24 1"/>
                <a:gd name="f31" fmla="*/ f21 f24 1"/>
                <a:gd name="f32" fmla="*/ 2980 f24 1"/>
                <a:gd name="f33" fmla="*/ f22 f24 1"/>
                <a:gd name="f34" fmla="*/ 2383 f24 1"/>
                <a:gd name="f35" fmla="+- f25 0 f1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f32 1 1792"/>
                <a:gd name="f42" fmla="*/ f33 1 1792"/>
                <a:gd name="f43" fmla="*/ f34 1 1792"/>
                <a:gd name="f44" fmla="*/ 0 1 f26"/>
                <a:gd name="f45" fmla="*/ f18 1 f26"/>
                <a:gd name="f46" fmla="*/ f36 1 f26"/>
                <a:gd name="f47" fmla="*/ f37 1 f26"/>
                <a:gd name="f48" fmla="*/ f38 1 f26"/>
                <a:gd name="f49" fmla="*/ f39 1 f26"/>
                <a:gd name="f50" fmla="*/ f40 1 f26"/>
                <a:gd name="f51" fmla="*/ f41 1 f26"/>
                <a:gd name="f52" fmla="*/ f42 1 f26"/>
                <a:gd name="f53" fmla="*/ f43 1 f26"/>
                <a:gd name="f54" fmla="*/ f44 f15 1"/>
                <a:gd name="f55" fmla="*/ f45 f15 1"/>
                <a:gd name="f56" fmla="*/ f45 f16 1"/>
                <a:gd name="f57" fmla="*/ f44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  <a:gd name="f64" fmla="*/ f52 f15 1"/>
                <a:gd name="f65" fmla="*/ f53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63"/>
                </a:cxn>
                <a:cxn ang="f35">
                  <a:pos x="f64" y="f65"/>
                </a:cxn>
                <a:cxn ang="f35">
                  <a:pos x="f58" y="f59"/>
                </a:cxn>
              </a:cxnLst>
              <a:rect l="f54" t="f57" r="f55" b="f56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B5A9B624-7446-D942-38A7-06F521BA5513}"/>
                </a:ext>
              </a:extLst>
            </p:cNvPr>
            <p:cNvSpPr/>
            <p:nvPr/>
          </p:nvSpPr>
          <p:spPr>
            <a:xfrm>
              <a:off x="8955432" y="0"/>
              <a:ext cx="1284421" cy="642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3"/>
                <a:gd name="f7" fmla="val 592"/>
                <a:gd name="f8" fmla="+- 0 10158 0"/>
                <a:gd name="f9" fmla="+- 0 8975 0"/>
                <a:gd name="f10" fmla="+- 0 9566 0"/>
                <a:gd name="f11" fmla="val 591"/>
                <a:gd name="f12" fmla="+- 0 0 -90"/>
                <a:gd name="f13" fmla="*/ f3 1 1183"/>
                <a:gd name="f14" fmla="*/ f4 1 592"/>
                <a:gd name="f15" fmla="val f5"/>
                <a:gd name="f16" fmla="val f6"/>
                <a:gd name="f17" fmla="val f7"/>
                <a:gd name="f18" fmla="+- f8 0 8975"/>
                <a:gd name="f19" fmla="+- f9 0 8975"/>
                <a:gd name="f20" fmla="+- f10 0 8975"/>
                <a:gd name="f21" fmla="*/ f12 f0 1"/>
                <a:gd name="f22" fmla="+- f17 0 f15"/>
                <a:gd name="f23" fmla="+- f16 0 f15"/>
                <a:gd name="f24" fmla="*/ f21 1 f2"/>
                <a:gd name="f25" fmla="*/ f23 1 1183"/>
                <a:gd name="f26" fmla="*/ f22 1 592"/>
                <a:gd name="f27" fmla="*/ f18 f23 1"/>
                <a:gd name="f28" fmla="*/ 0 f22 1"/>
                <a:gd name="f29" fmla="*/ f19 f23 1"/>
                <a:gd name="f30" fmla="*/ f20 f23 1"/>
                <a:gd name="f31" fmla="*/ 591 f22 1"/>
                <a:gd name="f32" fmla="+- f24 0 f1"/>
                <a:gd name="f33" fmla="*/ f27 1 1183"/>
                <a:gd name="f34" fmla="*/ f28 1 592"/>
                <a:gd name="f35" fmla="*/ f29 1 1183"/>
                <a:gd name="f36" fmla="*/ f30 1 1183"/>
                <a:gd name="f37" fmla="*/ f31 1 592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5"/>
                <a:gd name="f46" fmla="*/ f37 1 f26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3 1"/>
                <a:gd name="f55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2"/>
                </a:cxn>
                <a:cxn ang="f32">
                  <a:pos x="f54" y="f55"/>
                </a:cxn>
                <a:cxn ang="f32">
                  <a:pos x="f51" y="f52"/>
                </a:cxn>
              </a:cxnLst>
              <a:rect l="f47" t="f50" r="f48" b="f49"/>
              <a:pathLst>
                <a:path w="1183" h="592">
                  <a:moveTo>
                    <a:pt x="f6" y="f5"/>
                  </a:moveTo>
                  <a:lnTo>
                    <a:pt x="f5" y="f5"/>
                  </a:lnTo>
                  <a:lnTo>
                    <a:pt x="f11" y="f11"/>
                  </a:lnTo>
                  <a:lnTo>
                    <a:pt x="f6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E294398C-1EC5-AA0F-4C95-A6E09D7AD335}"/>
                </a:ext>
              </a:extLst>
            </p:cNvPr>
            <p:cNvSpPr/>
            <p:nvPr/>
          </p:nvSpPr>
          <p:spPr>
            <a:xfrm>
              <a:off x="7652549" y="641689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8372 0"/>
                <a:gd name="f8" fmla="+- 0 7774 0"/>
                <a:gd name="f9" fmla="+- 0 8969 0"/>
                <a:gd name="f10" fmla="+- 0 9566 0"/>
                <a:gd name="f11" fmla="val 598"/>
                <a:gd name="f12" fmla="val 597"/>
                <a:gd name="f13" fmla="val 1195"/>
                <a:gd name="f14" fmla="+- 0 0 -90"/>
                <a:gd name="f15" fmla="*/ f3 1 1792"/>
                <a:gd name="f16" fmla="*/ f4 1 1792"/>
                <a:gd name="f17" fmla="val f5"/>
                <a:gd name="f18" fmla="val f6"/>
                <a:gd name="f19" fmla="+- f7 0 7774"/>
                <a:gd name="f20" fmla="+- f8 0 7774"/>
                <a:gd name="f21" fmla="+- f9 0 7774"/>
                <a:gd name="f22" fmla="+- f10 0 7774"/>
                <a:gd name="f23" fmla="*/ f14 f0 1"/>
                <a:gd name="f24" fmla="+- f18 0 f17"/>
                <a:gd name="f25" fmla="*/ f23 1 f2"/>
                <a:gd name="f26" fmla="*/ f24 1 1792"/>
                <a:gd name="f27" fmla="*/ f19 f24 1"/>
                <a:gd name="f28" fmla="*/ 591 f24 1"/>
                <a:gd name="f29" fmla="*/ f20 f24 1"/>
                <a:gd name="f30" fmla="*/ 1188 f24 1"/>
                <a:gd name="f31" fmla="*/ f21 f24 1"/>
                <a:gd name="f32" fmla="*/ 2383 f24 1"/>
                <a:gd name="f33" fmla="*/ f22 f24 1"/>
                <a:gd name="f34" fmla="*/ 1786 f24 1"/>
                <a:gd name="f35" fmla="+- f25 0 f1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f32 1 1792"/>
                <a:gd name="f42" fmla="*/ f33 1 1792"/>
                <a:gd name="f43" fmla="*/ f34 1 1792"/>
                <a:gd name="f44" fmla="*/ 0 1 f26"/>
                <a:gd name="f45" fmla="*/ f18 1 f26"/>
                <a:gd name="f46" fmla="*/ f36 1 f26"/>
                <a:gd name="f47" fmla="*/ f37 1 f26"/>
                <a:gd name="f48" fmla="*/ f38 1 f26"/>
                <a:gd name="f49" fmla="*/ f39 1 f26"/>
                <a:gd name="f50" fmla="*/ f40 1 f26"/>
                <a:gd name="f51" fmla="*/ f41 1 f26"/>
                <a:gd name="f52" fmla="*/ f42 1 f26"/>
                <a:gd name="f53" fmla="*/ f43 1 f26"/>
                <a:gd name="f54" fmla="*/ f44 f15 1"/>
                <a:gd name="f55" fmla="*/ f45 f15 1"/>
                <a:gd name="f56" fmla="*/ f45 f16 1"/>
                <a:gd name="f57" fmla="*/ f44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  <a:gd name="f64" fmla="*/ f52 f15 1"/>
                <a:gd name="f65" fmla="*/ f53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63"/>
                </a:cxn>
                <a:cxn ang="f35">
                  <a:pos x="f64" y="f65"/>
                </a:cxn>
                <a:cxn ang="f35">
                  <a:pos x="f58" y="f59"/>
                </a:cxn>
              </a:cxnLst>
              <a:rect l="f54" t="f57" r="f55" b="f56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397979B6-6A95-C6D8-BE54-E62608AB4DCF}"/>
                </a:ext>
              </a:extLst>
            </p:cNvPr>
            <p:cNvSpPr/>
            <p:nvPr/>
          </p:nvSpPr>
          <p:spPr>
            <a:xfrm>
              <a:off x="9598182" y="641689"/>
              <a:ext cx="2593814" cy="25939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89"/>
                <a:gd name="f7" fmla="+- 0 11955 0"/>
                <a:gd name="f8" fmla="+- 0 10760 0"/>
                <a:gd name="f9" fmla="+- 0 9566 0"/>
                <a:gd name="f10" fmla="val 1195"/>
                <a:gd name="f11" fmla="val 1194"/>
                <a:gd name="f12" fmla="+- 0 0 -90"/>
                <a:gd name="f13" fmla="*/ f3 1 2389"/>
                <a:gd name="f14" fmla="*/ f4 1 2389"/>
                <a:gd name="f15" fmla="val f5"/>
                <a:gd name="f16" fmla="val f6"/>
                <a:gd name="f17" fmla="+- f7 0 9566"/>
                <a:gd name="f18" fmla="+- f8 0 9566"/>
                <a:gd name="f19" fmla="+- f9 0 9566"/>
                <a:gd name="f20" fmla="*/ f12 f0 1"/>
                <a:gd name="f21" fmla="+- f16 0 f15"/>
                <a:gd name="f22" fmla="*/ f20 1 f2"/>
                <a:gd name="f23" fmla="*/ f21 1 2389"/>
                <a:gd name="f24" fmla="*/ f17 f21 1"/>
                <a:gd name="f25" fmla="*/ 1786 f21 1"/>
                <a:gd name="f26" fmla="*/ f18 f21 1"/>
                <a:gd name="f27" fmla="*/ 591 f21 1"/>
                <a:gd name="f28" fmla="*/ f19 f21 1"/>
                <a:gd name="f29" fmla="*/ 2980 f21 1"/>
                <a:gd name="f30" fmla="+- f22 0 f1"/>
                <a:gd name="f31" fmla="*/ f24 1 2389"/>
                <a:gd name="f32" fmla="*/ f25 1 2389"/>
                <a:gd name="f33" fmla="*/ f26 1 2389"/>
                <a:gd name="f34" fmla="*/ f27 1 2389"/>
                <a:gd name="f35" fmla="*/ f28 1 2389"/>
                <a:gd name="f36" fmla="*/ f29 1 2389"/>
                <a:gd name="f37" fmla="*/ 0 1 f23"/>
                <a:gd name="f38" fmla="*/ f16 1 f23"/>
                <a:gd name="f39" fmla="*/ f31 1 f23"/>
                <a:gd name="f40" fmla="*/ f32 1 f23"/>
                <a:gd name="f41" fmla="*/ f33 1 f23"/>
                <a:gd name="f42" fmla="*/ f34 1 f23"/>
                <a:gd name="f43" fmla="*/ f35 1 f23"/>
                <a:gd name="f44" fmla="*/ f36 1 f23"/>
                <a:gd name="f45" fmla="*/ f37 f13 1"/>
                <a:gd name="f46" fmla="*/ f38 f13 1"/>
                <a:gd name="f47" fmla="*/ f38 f14 1"/>
                <a:gd name="f48" fmla="*/ f37 f14 1"/>
                <a:gd name="f49" fmla="*/ f39 f13 1"/>
                <a:gd name="f50" fmla="*/ f40 f14 1"/>
                <a:gd name="f51" fmla="*/ f41 f13 1"/>
                <a:gd name="f52" fmla="*/ f42 f14 1"/>
                <a:gd name="f53" fmla="*/ f43 f13 1"/>
                <a:gd name="f54" fmla="*/ f4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9" y="f50"/>
                </a:cxn>
                <a:cxn ang="f30">
                  <a:pos x="f51" y="f52"/>
                </a:cxn>
                <a:cxn ang="f30">
                  <a:pos x="f53" y="f50"/>
                </a:cxn>
                <a:cxn ang="f30">
                  <a:pos x="f51" y="f54"/>
                </a:cxn>
                <a:cxn ang="f30">
                  <a:pos x="f49" y="f50"/>
                </a:cxn>
              </a:cxnLst>
              <a:rect l="f45" t="f48" r="f46" b="f47"/>
              <a:pathLst>
                <a:path w="2389" h="2389">
                  <a:moveTo>
                    <a:pt x="f6" y="f10"/>
                  </a:moveTo>
                  <a:lnTo>
                    <a:pt x="f11" y="f5"/>
                  </a:lnTo>
                  <a:lnTo>
                    <a:pt x="f5" y="f10"/>
                  </a:lnTo>
                  <a:lnTo>
                    <a:pt x="f11" y="f6"/>
                  </a:lnTo>
                  <a:lnTo>
                    <a:pt x="f6" y="f1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28F29D3-73D2-C998-43D1-637D0B0D6A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89573"/>
            <a:ext cx="6787746" cy="1593506"/>
          </a:xfrm>
        </p:spPr>
        <p:txBody>
          <a:bodyPr lIns="0" tIns="0" rIns="0" bIns="0" anchor="b">
            <a:noAutofit/>
          </a:bodyPr>
          <a:lstStyle>
            <a:lvl1pPr>
              <a:defRPr spc="50"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C361D75-A184-F18E-3FD9-FE28652F8E8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281921"/>
            <a:ext cx="6787746" cy="3708513"/>
          </a:xfrm>
        </p:spPr>
        <p:txBody>
          <a:bodyPr lIns="0" tIns="228600" rIns="0" bIns="0"/>
          <a:lstStyle>
            <a:lvl1pPr marL="283464">
              <a:lnSpc>
                <a:spcPct val="80000"/>
              </a:lnSpc>
              <a:spcBef>
                <a:spcPts val="2200"/>
              </a:spcBef>
              <a:defRPr sz="2400" b="1">
                <a:solidFill>
                  <a:srgbClr val="5D7D40"/>
                </a:solidFill>
              </a:defRPr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42">
            <a:extLst>
              <a:ext uri="{FF2B5EF4-FFF2-40B4-BE49-F238E27FC236}">
                <a16:creationId xmlns:a16="http://schemas.microsoft.com/office/drawing/2014/main" id="{7DFA6FC4-6310-56DE-029D-BE66D55D86E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A140EA-AFB9-004D-9706-80F78411EAE6}" type="slidenum">
              <a:t>‹#›</a:t>
            </a:fld>
            <a:endParaRPr lang="en-US"/>
          </a:p>
        </p:txBody>
      </p:sp>
      <p:sp>
        <p:nvSpPr>
          <p:cNvPr id="11" name="Date Placeholder 41">
            <a:extLst>
              <a:ext uri="{FF2B5EF4-FFF2-40B4-BE49-F238E27FC236}">
                <a16:creationId xmlns:a16="http://schemas.microsoft.com/office/drawing/2014/main" id="{3EA0BA6D-2C2C-8897-F8D9-839738646C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45107254-5A05-C37B-9543-C765088B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40"/>
            <a:ext cx="2130552" cy="0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830315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4495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3">
            <a:extLst>
              <a:ext uri="{FF2B5EF4-FFF2-40B4-BE49-F238E27FC236}">
                <a16:creationId xmlns:a16="http://schemas.microsoft.com/office/drawing/2014/main" id="{7019E5A9-E5CD-284D-919D-118446D8C3F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80539"/>
          </a:xfrm>
        </p:spPr>
        <p:txBody>
          <a:bodyPr tIns="182880" anchorCtr="1">
            <a:no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33CAFF-A914-59A0-A2F0-E2FCC0153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0" y="444928"/>
            <a:ext cx="5477475" cy="3291840"/>
          </a:xfr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22F7A6-D91D-02D9-E389-2D52A8C08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4"/>
            <a:ext cx="2133596" cy="100584"/>
          </a:xfrm>
          <a:prstGeom prst="rect">
            <a:avLst/>
          </a:prstGeom>
          <a:solidFill>
            <a:srgbClr val="7CA65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0733952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FC6B-4722-F9F3-252B-BBDD081E4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9831" y="430526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212CB791-A916-B3ED-8A94-0CAA03B4047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-11109"/>
            <a:ext cx="5791196" cy="6880229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6E64F3EA-BC52-060A-197C-8B1D8B2C39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99831" y="4568598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11D3836-99AB-4581-0642-57AE47DC3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91314245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2472FA21-E5B8-DD13-9CED-CA432E836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40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grpSp>
        <p:nvGrpSpPr>
          <p:cNvPr id="3" name="Group 9">
            <a:extLst>
              <a:ext uri="{FF2B5EF4-FFF2-40B4-BE49-F238E27FC236}">
                <a16:creationId xmlns:a16="http://schemas.microsoft.com/office/drawing/2014/main" id="{6F0C8D7C-09D9-966C-42EB-E98E52590B4E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4" name="Freeform 19">
              <a:extLst>
                <a:ext uri="{FF2B5EF4-FFF2-40B4-BE49-F238E27FC236}">
                  <a16:creationId xmlns:a16="http://schemas.microsoft.com/office/drawing/2014/main" id="{6F28E276-8CD1-9AC7-10BE-455AE700CCA8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20">
              <a:extLst>
                <a:ext uri="{FF2B5EF4-FFF2-40B4-BE49-F238E27FC236}">
                  <a16:creationId xmlns:a16="http://schemas.microsoft.com/office/drawing/2014/main" id="{A4AE5539-F83F-3EEC-E560-41F59119439C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036B7926-0C6C-C2C7-687D-4C37B18E821C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F541861-C7C8-5180-3BB9-3C2B39367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02879"/>
            <a:ext cx="10873743" cy="1680200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53E3E71-F946-8B45-F695-E0E852D0ACA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657600" y="2282004"/>
            <a:ext cx="7810503" cy="3699324"/>
          </a:xfrm>
        </p:spPr>
        <p:txBody>
          <a:bodyPr lIns="0" tIns="228600" rIns="0" bIns="0"/>
          <a:lstStyle>
            <a:lvl1pPr marL="283464">
              <a:spcBef>
                <a:spcPts val="1800"/>
              </a:spcBef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D7DCD84A-29EC-FF63-C4E8-EEDF8B5633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3D0E8A-39E1-6F42-B65D-0F15D33056F7}" type="slidenum"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7B8D7A2F-D67E-2E24-8817-66FA831EA8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92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AB5A-D7C0-B2F2-8653-F3B5CB5EC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 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C8DEFD60-B05E-9DBC-0ED0-D71905C2FA75}"/>
              </a:ext>
            </a:extLst>
          </p:cNvPr>
          <p:cNvGrpSpPr/>
          <p:nvPr/>
        </p:nvGrpSpPr>
        <p:grpSpPr>
          <a:xfrm>
            <a:off x="0" y="758750"/>
            <a:ext cx="6099248" cy="6099249"/>
            <a:chOff x="0" y="758750"/>
            <a:chExt cx="6099248" cy="6099249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AF0952F6-49C7-DD2E-70FB-BA6A266D3489}"/>
                </a:ext>
              </a:extLst>
            </p:cNvPr>
            <p:cNvSpPr/>
            <p:nvPr/>
          </p:nvSpPr>
          <p:spPr>
            <a:xfrm>
              <a:off x="0" y="758750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06065042-D80F-4AE1-5611-BA7CB3EB2EE7}"/>
                </a:ext>
              </a:extLst>
            </p:cNvPr>
            <p:cNvSpPr/>
            <p:nvPr/>
          </p:nvSpPr>
          <p:spPr>
            <a:xfrm>
              <a:off x="0" y="4862129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DE6A98E5-84A5-39A1-E0F1-92B66449ADF6}"/>
                </a:ext>
              </a:extLst>
            </p:cNvPr>
            <p:cNvSpPr/>
            <p:nvPr/>
          </p:nvSpPr>
          <p:spPr>
            <a:xfrm>
              <a:off x="2097798" y="4856981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cxnSp>
        <p:nvCxnSpPr>
          <p:cNvPr id="7" name="Straight Connector 12">
            <a:extLst>
              <a:ext uri="{FF2B5EF4-FFF2-40B4-BE49-F238E27FC236}">
                <a16:creationId xmlns:a16="http://schemas.microsoft.com/office/drawing/2014/main" id="{CE0708DC-C38C-301C-E3E9-38CD1857E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8B0B817-9006-7D17-45A9-EA18CDF510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9908" y="4549551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562313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F4B4704B-E918-36BD-B2A1-2B52F7D2754D}"/>
              </a:ext>
            </a:extLst>
          </p:cNvPr>
          <p:cNvGrpSpPr/>
          <p:nvPr/>
        </p:nvGrpSpPr>
        <p:grpSpPr>
          <a:xfrm>
            <a:off x="8870046" y="-10"/>
            <a:ext cx="3325205" cy="3325215"/>
            <a:chOff x="8870046" y="-10"/>
            <a:chExt cx="3325205" cy="3325215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1B6CBDAE-618A-D318-DA6F-B0579CB50D80}"/>
                </a:ext>
              </a:extLst>
            </p:cNvPr>
            <p:cNvSpPr/>
            <p:nvPr/>
          </p:nvSpPr>
          <p:spPr>
            <a:xfrm rot="10799991">
              <a:off x="10519522" y="1090924"/>
              <a:ext cx="1675720" cy="22342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76A428B-5F7A-D081-8467-938B69A71004}"/>
                </a:ext>
              </a:extLst>
            </p:cNvPr>
            <p:cNvSpPr/>
            <p:nvPr/>
          </p:nvSpPr>
          <p:spPr>
            <a:xfrm rot="10799991">
              <a:off x="11106832" y="-1"/>
              <a:ext cx="1088419" cy="10881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47D31AC-BE66-FA22-C7CC-F1890837A899}"/>
                </a:ext>
              </a:extLst>
            </p:cNvPr>
            <p:cNvSpPr/>
            <p:nvPr/>
          </p:nvSpPr>
          <p:spPr>
            <a:xfrm rot="10799991">
              <a:off x="8870046" y="-10"/>
              <a:ext cx="2181520" cy="1090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9313B37-DD65-1243-7031-49D81A607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78133"/>
            <a:ext cx="9778365" cy="1494595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3816622-FAAA-CA31-294A-9A0011F2696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676521"/>
            <a:ext cx="4490828" cy="359746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9436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AAC8235-564C-FF07-2868-B97C834C211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81896" y="2676521"/>
            <a:ext cx="4490828" cy="359746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4864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93508B8B-FAF2-8515-3B17-4F4E139B45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4B7AF9-251E-C542-BEB5-C0AA082E1E2B}" type="slidenum">
              <a:t>‹#›</a:t>
            </a:fld>
            <a:endParaRPr lang="en-US"/>
          </a:p>
        </p:txBody>
      </p:sp>
      <p:sp>
        <p:nvSpPr>
          <p:cNvPr id="10" name="Date Placeholder 7">
            <a:extLst>
              <a:ext uri="{FF2B5EF4-FFF2-40B4-BE49-F238E27FC236}">
                <a16:creationId xmlns:a16="http://schemas.microsoft.com/office/drawing/2014/main" id="{F15EDE62-0F99-F1A0-970F-1ACB19613F1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F5FB8AE6-3748-22E4-3C8C-A292BB240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40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81145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F9004CB-6508-A51C-5DC7-C33448795807}"/>
              </a:ext>
            </a:extLst>
          </p:cNvPr>
          <p:cNvGrpSpPr/>
          <p:nvPr/>
        </p:nvGrpSpPr>
        <p:grpSpPr>
          <a:xfrm>
            <a:off x="6362696" y="0"/>
            <a:ext cx="5829300" cy="3235604"/>
            <a:chOff x="6362696" y="0"/>
            <a:chExt cx="5829300" cy="3235604"/>
          </a:xfrm>
        </p:grpSpPr>
        <p:sp>
          <p:nvSpPr>
            <p:cNvPr id="3" name="AutoShape 24">
              <a:extLst>
                <a:ext uri="{FF2B5EF4-FFF2-40B4-BE49-F238E27FC236}">
                  <a16:creationId xmlns:a16="http://schemas.microsoft.com/office/drawing/2014/main" id="{1E269D1B-6B22-93FA-D7ED-0E5E7647A350}"/>
                </a:ext>
              </a:extLst>
            </p:cNvPr>
            <p:cNvSpPr/>
            <p:nvPr/>
          </p:nvSpPr>
          <p:spPr>
            <a:xfrm>
              <a:off x="6362696" y="0"/>
              <a:ext cx="3884755" cy="3235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78"/>
                <a:gd name="f7" fmla="val 2980"/>
                <a:gd name="f8" fmla="+- 0 8372 0"/>
                <a:gd name="f9" fmla="+- 0 7780 0"/>
                <a:gd name="f10" fmla="+- 0 6586 0"/>
                <a:gd name="f11" fmla="+- 0 7774 0"/>
                <a:gd name="f12" fmla="+- 0 10163 0"/>
                <a:gd name="f13" fmla="+- 0 9566 0"/>
                <a:gd name="f14" fmla="+- 0 8969 0"/>
                <a:gd name="f15" fmla="val 1786"/>
                <a:gd name="f16" fmla="val 591"/>
                <a:gd name="f17" fmla="val 1194"/>
                <a:gd name="f18" fmla="val 1188"/>
                <a:gd name="f19" fmla="val 3577"/>
                <a:gd name="f20" fmla="val 2383"/>
                <a:gd name="f21" fmla="+- 0 0 -90"/>
                <a:gd name="f22" fmla="*/ f3 1 3578"/>
                <a:gd name="f23" fmla="*/ f4 1 2980"/>
                <a:gd name="f24" fmla="val f5"/>
                <a:gd name="f25" fmla="val f6"/>
                <a:gd name="f26" fmla="val f7"/>
                <a:gd name="f27" fmla="+- f8 0 6586"/>
                <a:gd name="f28" fmla="+- f9 0 6586"/>
                <a:gd name="f29" fmla="+- f10 0 6586"/>
                <a:gd name="f30" fmla="+- f11 0 6586"/>
                <a:gd name="f31" fmla="+- f12 0 6586"/>
                <a:gd name="f32" fmla="+- f13 0 6586"/>
                <a:gd name="f33" fmla="+- f14 0 6586"/>
                <a:gd name="f34" fmla="*/ f21 f0 1"/>
                <a:gd name="f35" fmla="+- f26 0 f24"/>
                <a:gd name="f36" fmla="+- f25 0 f24"/>
                <a:gd name="f37" fmla="*/ f34 1 f2"/>
                <a:gd name="f38" fmla="*/ f36 1 3578"/>
                <a:gd name="f39" fmla="*/ f35 1 2980"/>
                <a:gd name="f40" fmla="*/ f27 f36 1"/>
                <a:gd name="f41" fmla="*/ 591 f35 1"/>
                <a:gd name="f42" fmla="*/ f28 f36 1"/>
                <a:gd name="f43" fmla="*/ 0 f35 1"/>
                <a:gd name="f44" fmla="*/ f29 f36 1"/>
                <a:gd name="f45" fmla="*/ f30 f36 1"/>
                <a:gd name="f46" fmla="*/ 1188 f35 1"/>
                <a:gd name="f47" fmla="*/ f31 f36 1"/>
                <a:gd name="f48" fmla="*/ 2383 f35 1"/>
                <a:gd name="f49" fmla="*/ f32 f36 1"/>
                <a:gd name="f50" fmla="*/ 1786 f35 1"/>
                <a:gd name="f51" fmla="*/ f33 f36 1"/>
                <a:gd name="f52" fmla="*/ 2980 f35 1"/>
                <a:gd name="f53" fmla="+- f37 0 f1"/>
                <a:gd name="f54" fmla="*/ f40 1 3578"/>
                <a:gd name="f55" fmla="*/ f41 1 2980"/>
                <a:gd name="f56" fmla="*/ f42 1 3578"/>
                <a:gd name="f57" fmla="*/ f43 1 2980"/>
                <a:gd name="f58" fmla="*/ f44 1 3578"/>
                <a:gd name="f59" fmla="*/ f45 1 3578"/>
                <a:gd name="f60" fmla="*/ f46 1 2980"/>
                <a:gd name="f61" fmla="*/ f47 1 3578"/>
                <a:gd name="f62" fmla="*/ f48 1 2980"/>
                <a:gd name="f63" fmla="*/ f49 1 3578"/>
                <a:gd name="f64" fmla="*/ f50 1 2980"/>
                <a:gd name="f65" fmla="*/ f51 1 3578"/>
                <a:gd name="f66" fmla="*/ f52 1 2980"/>
                <a:gd name="f67" fmla="*/ 0 1 f38"/>
                <a:gd name="f68" fmla="*/ f25 1 f38"/>
                <a:gd name="f69" fmla="*/ 0 1 f39"/>
                <a:gd name="f70" fmla="*/ f26 1 f39"/>
                <a:gd name="f71" fmla="*/ f54 1 f38"/>
                <a:gd name="f72" fmla="*/ f55 1 f39"/>
                <a:gd name="f73" fmla="*/ f56 1 f38"/>
                <a:gd name="f74" fmla="*/ f57 1 f39"/>
                <a:gd name="f75" fmla="*/ f58 1 f38"/>
                <a:gd name="f76" fmla="*/ f59 1 f38"/>
                <a:gd name="f77" fmla="*/ f60 1 f39"/>
                <a:gd name="f78" fmla="*/ f61 1 f38"/>
                <a:gd name="f79" fmla="*/ f62 1 f39"/>
                <a:gd name="f80" fmla="*/ f63 1 f38"/>
                <a:gd name="f81" fmla="*/ f64 1 f39"/>
                <a:gd name="f82" fmla="*/ f65 1 f38"/>
                <a:gd name="f83" fmla="*/ f66 1 f39"/>
                <a:gd name="f84" fmla="*/ f67 f22 1"/>
                <a:gd name="f85" fmla="*/ f68 f22 1"/>
                <a:gd name="f86" fmla="*/ f70 f23 1"/>
                <a:gd name="f87" fmla="*/ f69 f23 1"/>
                <a:gd name="f88" fmla="*/ f71 f22 1"/>
                <a:gd name="f89" fmla="*/ f72 f23 1"/>
                <a:gd name="f90" fmla="*/ f73 f22 1"/>
                <a:gd name="f91" fmla="*/ f74 f23 1"/>
                <a:gd name="f92" fmla="*/ f75 f22 1"/>
                <a:gd name="f93" fmla="*/ f76 f22 1"/>
                <a:gd name="f94" fmla="*/ f77 f23 1"/>
                <a:gd name="f95" fmla="*/ f78 f22 1"/>
                <a:gd name="f96" fmla="*/ f79 f23 1"/>
                <a:gd name="f97" fmla="*/ f80 f22 1"/>
                <a:gd name="f98" fmla="*/ f81 f23 1"/>
                <a:gd name="f99" fmla="*/ f82 f22 1"/>
                <a:gd name="f100" fmla="*/ f83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3">
                  <a:pos x="f88" y="f89"/>
                </a:cxn>
                <a:cxn ang="f53">
                  <a:pos x="f90" y="f91"/>
                </a:cxn>
                <a:cxn ang="f53">
                  <a:pos x="f92" y="f91"/>
                </a:cxn>
                <a:cxn ang="f53">
                  <a:pos x="f93" y="f94"/>
                </a:cxn>
                <a:cxn ang="f53">
                  <a:pos x="f88" y="f89"/>
                </a:cxn>
                <a:cxn ang="f53">
                  <a:pos x="f95" y="f96"/>
                </a:cxn>
                <a:cxn ang="f53">
                  <a:pos x="f97" y="f98"/>
                </a:cxn>
                <a:cxn ang="f53">
                  <a:pos x="f99" y="f96"/>
                </a:cxn>
                <a:cxn ang="f53">
                  <a:pos x="f97" y="f100"/>
                </a:cxn>
                <a:cxn ang="f53">
                  <a:pos x="f95" y="f96"/>
                </a:cxn>
              </a:cxnLst>
              <a:rect l="f84" t="f87" r="f85" b="f86"/>
              <a:pathLst>
                <a:path w="3578" h="2980">
                  <a:moveTo>
                    <a:pt x="f15" y="f16"/>
                  </a:moveTo>
                  <a:lnTo>
                    <a:pt x="f17" y="f5"/>
                  </a:lnTo>
                  <a:lnTo>
                    <a:pt x="f5" y="f5"/>
                  </a:lnTo>
                  <a:lnTo>
                    <a:pt x="f18" y="f18"/>
                  </a:lnTo>
                  <a:lnTo>
                    <a:pt x="f15" y="f16"/>
                  </a:lnTo>
                  <a:moveTo>
                    <a:pt x="f19" y="f20"/>
                  </a:moveTo>
                  <a:lnTo>
                    <a:pt x="f7" y="f15"/>
                  </a:lnTo>
                  <a:lnTo>
                    <a:pt x="f20" y="f20"/>
                  </a:lnTo>
                  <a:lnTo>
                    <a:pt x="f7" y="f7"/>
                  </a:lnTo>
                  <a:lnTo>
                    <a:pt x="f19" y="f2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254C42A2-4F0B-5B77-66F4-1364E724BDF8}"/>
                </a:ext>
              </a:extLst>
            </p:cNvPr>
            <p:cNvSpPr/>
            <p:nvPr/>
          </p:nvSpPr>
          <p:spPr>
            <a:xfrm>
              <a:off x="7004368" y="1289898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7774 0"/>
                <a:gd name="f8" fmla="+- 0 7177 0"/>
                <a:gd name="f9" fmla="+- 0 8372 0"/>
                <a:gd name="f10" fmla="+- 0 8969 0"/>
                <a:gd name="f11" fmla="val 597"/>
                <a:gd name="f12" fmla="val 598"/>
                <a:gd name="f13" fmla="val 1195"/>
                <a:gd name="f14" fmla="+- 0 0 -90"/>
                <a:gd name="f15" fmla="*/ f3 1 1792"/>
                <a:gd name="f16" fmla="*/ f4 1 1792"/>
                <a:gd name="f17" fmla="val f5"/>
                <a:gd name="f18" fmla="val f6"/>
                <a:gd name="f19" fmla="+- f7 0 7177"/>
                <a:gd name="f20" fmla="+- f8 0 7177"/>
                <a:gd name="f21" fmla="+- f9 0 7177"/>
                <a:gd name="f22" fmla="+- f10 0 7177"/>
                <a:gd name="f23" fmla="*/ f14 f0 1"/>
                <a:gd name="f24" fmla="+- f18 0 f17"/>
                <a:gd name="f25" fmla="*/ f23 1 f2"/>
                <a:gd name="f26" fmla="*/ f24 1 1792"/>
                <a:gd name="f27" fmla="*/ f19 f24 1"/>
                <a:gd name="f28" fmla="*/ 1188 f24 1"/>
                <a:gd name="f29" fmla="*/ f20 f24 1"/>
                <a:gd name="f30" fmla="*/ 1786 f24 1"/>
                <a:gd name="f31" fmla="*/ f21 f24 1"/>
                <a:gd name="f32" fmla="*/ 2980 f24 1"/>
                <a:gd name="f33" fmla="*/ f22 f24 1"/>
                <a:gd name="f34" fmla="*/ 2383 f24 1"/>
                <a:gd name="f35" fmla="+- f25 0 f1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f32 1 1792"/>
                <a:gd name="f42" fmla="*/ f33 1 1792"/>
                <a:gd name="f43" fmla="*/ f34 1 1792"/>
                <a:gd name="f44" fmla="*/ 0 1 f26"/>
                <a:gd name="f45" fmla="*/ f18 1 f26"/>
                <a:gd name="f46" fmla="*/ f36 1 f26"/>
                <a:gd name="f47" fmla="*/ f37 1 f26"/>
                <a:gd name="f48" fmla="*/ f38 1 f26"/>
                <a:gd name="f49" fmla="*/ f39 1 f26"/>
                <a:gd name="f50" fmla="*/ f40 1 f26"/>
                <a:gd name="f51" fmla="*/ f41 1 f26"/>
                <a:gd name="f52" fmla="*/ f42 1 f26"/>
                <a:gd name="f53" fmla="*/ f43 1 f26"/>
                <a:gd name="f54" fmla="*/ f44 f15 1"/>
                <a:gd name="f55" fmla="*/ f45 f15 1"/>
                <a:gd name="f56" fmla="*/ f45 f16 1"/>
                <a:gd name="f57" fmla="*/ f44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  <a:gd name="f64" fmla="*/ f52 f15 1"/>
                <a:gd name="f65" fmla="*/ f53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63"/>
                </a:cxn>
                <a:cxn ang="f35">
                  <a:pos x="f64" y="f65"/>
                </a:cxn>
                <a:cxn ang="f35">
                  <a:pos x="f58" y="f59"/>
                </a:cxn>
              </a:cxnLst>
              <a:rect l="f54" t="f57" r="f55" b="f56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BEF69DD2-4409-DB13-D049-BF8B6B1EFE52}"/>
                </a:ext>
              </a:extLst>
            </p:cNvPr>
            <p:cNvSpPr/>
            <p:nvPr/>
          </p:nvSpPr>
          <p:spPr>
            <a:xfrm>
              <a:off x="8955432" y="0"/>
              <a:ext cx="1284421" cy="642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3"/>
                <a:gd name="f7" fmla="val 592"/>
                <a:gd name="f8" fmla="+- 0 10158 0"/>
                <a:gd name="f9" fmla="+- 0 8975 0"/>
                <a:gd name="f10" fmla="+- 0 9566 0"/>
                <a:gd name="f11" fmla="val 591"/>
                <a:gd name="f12" fmla="+- 0 0 -90"/>
                <a:gd name="f13" fmla="*/ f3 1 1183"/>
                <a:gd name="f14" fmla="*/ f4 1 592"/>
                <a:gd name="f15" fmla="val f5"/>
                <a:gd name="f16" fmla="val f6"/>
                <a:gd name="f17" fmla="val f7"/>
                <a:gd name="f18" fmla="+- f8 0 8975"/>
                <a:gd name="f19" fmla="+- f9 0 8975"/>
                <a:gd name="f20" fmla="+- f10 0 8975"/>
                <a:gd name="f21" fmla="*/ f12 f0 1"/>
                <a:gd name="f22" fmla="+- f17 0 f15"/>
                <a:gd name="f23" fmla="+- f16 0 f15"/>
                <a:gd name="f24" fmla="*/ f21 1 f2"/>
                <a:gd name="f25" fmla="*/ f23 1 1183"/>
                <a:gd name="f26" fmla="*/ f22 1 592"/>
                <a:gd name="f27" fmla="*/ f18 f23 1"/>
                <a:gd name="f28" fmla="*/ 0 f22 1"/>
                <a:gd name="f29" fmla="*/ f19 f23 1"/>
                <a:gd name="f30" fmla="*/ f20 f23 1"/>
                <a:gd name="f31" fmla="*/ 591 f22 1"/>
                <a:gd name="f32" fmla="+- f24 0 f1"/>
                <a:gd name="f33" fmla="*/ f27 1 1183"/>
                <a:gd name="f34" fmla="*/ f28 1 592"/>
                <a:gd name="f35" fmla="*/ f29 1 1183"/>
                <a:gd name="f36" fmla="*/ f30 1 1183"/>
                <a:gd name="f37" fmla="*/ f31 1 592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5"/>
                <a:gd name="f46" fmla="*/ f37 1 f26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3 1"/>
                <a:gd name="f55" fmla="*/ f46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2"/>
                </a:cxn>
                <a:cxn ang="f32">
                  <a:pos x="f54" y="f55"/>
                </a:cxn>
                <a:cxn ang="f32">
                  <a:pos x="f51" y="f52"/>
                </a:cxn>
              </a:cxnLst>
              <a:rect l="f47" t="f50" r="f48" b="f49"/>
              <a:pathLst>
                <a:path w="1183" h="592">
                  <a:moveTo>
                    <a:pt x="f6" y="f5"/>
                  </a:moveTo>
                  <a:lnTo>
                    <a:pt x="f5" y="f5"/>
                  </a:lnTo>
                  <a:lnTo>
                    <a:pt x="f11" y="f11"/>
                  </a:lnTo>
                  <a:lnTo>
                    <a:pt x="f6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2C38E3F9-E352-FDCC-AB36-949221152DB2}"/>
                </a:ext>
              </a:extLst>
            </p:cNvPr>
            <p:cNvSpPr/>
            <p:nvPr/>
          </p:nvSpPr>
          <p:spPr>
            <a:xfrm>
              <a:off x="7652549" y="641689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8372 0"/>
                <a:gd name="f8" fmla="+- 0 7774 0"/>
                <a:gd name="f9" fmla="+- 0 8969 0"/>
                <a:gd name="f10" fmla="+- 0 9566 0"/>
                <a:gd name="f11" fmla="val 598"/>
                <a:gd name="f12" fmla="val 597"/>
                <a:gd name="f13" fmla="val 1195"/>
                <a:gd name="f14" fmla="+- 0 0 -90"/>
                <a:gd name="f15" fmla="*/ f3 1 1792"/>
                <a:gd name="f16" fmla="*/ f4 1 1792"/>
                <a:gd name="f17" fmla="val f5"/>
                <a:gd name="f18" fmla="val f6"/>
                <a:gd name="f19" fmla="+- f7 0 7774"/>
                <a:gd name="f20" fmla="+- f8 0 7774"/>
                <a:gd name="f21" fmla="+- f9 0 7774"/>
                <a:gd name="f22" fmla="+- f10 0 7774"/>
                <a:gd name="f23" fmla="*/ f14 f0 1"/>
                <a:gd name="f24" fmla="+- f18 0 f17"/>
                <a:gd name="f25" fmla="*/ f23 1 f2"/>
                <a:gd name="f26" fmla="*/ f24 1 1792"/>
                <a:gd name="f27" fmla="*/ f19 f24 1"/>
                <a:gd name="f28" fmla="*/ 591 f24 1"/>
                <a:gd name="f29" fmla="*/ f20 f24 1"/>
                <a:gd name="f30" fmla="*/ 1188 f24 1"/>
                <a:gd name="f31" fmla="*/ f21 f24 1"/>
                <a:gd name="f32" fmla="*/ 2383 f24 1"/>
                <a:gd name="f33" fmla="*/ f22 f24 1"/>
                <a:gd name="f34" fmla="*/ 1786 f24 1"/>
                <a:gd name="f35" fmla="+- f25 0 f1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f32 1 1792"/>
                <a:gd name="f42" fmla="*/ f33 1 1792"/>
                <a:gd name="f43" fmla="*/ f34 1 1792"/>
                <a:gd name="f44" fmla="*/ 0 1 f26"/>
                <a:gd name="f45" fmla="*/ f18 1 f26"/>
                <a:gd name="f46" fmla="*/ f36 1 f26"/>
                <a:gd name="f47" fmla="*/ f37 1 f26"/>
                <a:gd name="f48" fmla="*/ f38 1 f26"/>
                <a:gd name="f49" fmla="*/ f39 1 f26"/>
                <a:gd name="f50" fmla="*/ f40 1 f26"/>
                <a:gd name="f51" fmla="*/ f41 1 f26"/>
                <a:gd name="f52" fmla="*/ f42 1 f26"/>
                <a:gd name="f53" fmla="*/ f43 1 f26"/>
                <a:gd name="f54" fmla="*/ f44 f15 1"/>
                <a:gd name="f55" fmla="*/ f45 f15 1"/>
                <a:gd name="f56" fmla="*/ f45 f16 1"/>
                <a:gd name="f57" fmla="*/ f44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  <a:gd name="f64" fmla="*/ f52 f15 1"/>
                <a:gd name="f65" fmla="*/ f53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5">
                  <a:pos x="f58" y="f59"/>
                </a:cxn>
                <a:cxn ang="f35">
                  <a:pos x="f60" y="f61"/>
                </a:cxn>
                <a:cxn ang="f35">
                  <a:pos x="f62" y="f63"/>
                </a:cxn>
                <a:cxn ang="f35">
                  <a:pos x="f64" y="f65"/>
                </a:cxn>
                <a:cxn ang="f35">
                  <a:pos x="f58" y="f59"/>
                </a:cxn>
              </a:cxnLst>
              <a:rect l="f54" t="f57" r="f55" b="f56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32C6D44C-A3F2-3414-EE10-57D90C296949}"/>
                </a:ext>
              </a:extLst>
            </p:cNvPr>
            <p:cNvSpPr/>
            <p:nvPr/>
          </p:nvSpPr>
          <p:spPr>
            <a:xfrm>
              <a:off x="9598182" y="641689"/>
              <a:ext cx="2593814" cy="25939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89"/>
                <a:gd name="f7" fmla="+- 0 11955 0"/>
                <a:gd name="f8" fmla="+- 0 10760 0"/>
                <a:gd name="f9" fmla="+- 0 9566 0"/>
                <a:gd name="f10" fmla="val 1195"/>
                <a:gd name="f11" fmla="val 1194"/>
                <a:gd name="f12" fmla="+- 0 0 -90"/>
                <a:gd name="f13" fmla="*/ f3 1 2389"/>
                <a:gd name="f14" fmla="*/ f4 1 2389"/>
                <a:gd name="f15" fmla="val f5"/>
                <a:gd name="f16" fmla="val f6"/>
                <a:gd name="f17" fmla="+- f7 0 9566"/>
                <a:gd name="f18" fmla="+- f8 0 9566"/>
                <a:gd name="f19" fmla="+- f9 0 9566"/>
                <a:gd name="f20" fmla="*/ f12 f0 1"/>
                <a:gd name="f21" fmla="+- f16 0 f15"/>
                <a:gd name="f22" fmla="*/ f20 1 f2"/>
                <a:gd name="f23" fmla="*/ f21 1 2389"/>
                <a:gd name="f24" fmla="*/ f17 f21 1"/>
                <a:gd name="f25" fmla="*/ 1786 f21 1"/>
                <a:gd name="f26" fmla="*/ f18 f21 1"/>
                <a:gd name="f27" fmla="*/ 591 f21 1"/>
                <a:gd name="f28" fmla="*/ f19 f21 1"/>
                <a:gd name="f29" fmla="*/ 2980 f21 1"/>
                <a:gd name="f30" fmla="+- f22 0 f1"/>
                <a:gd name="f31" fmla="*/ f24 1 2389"/>
                <a:gd name="f32" fmla="*/ f25 1 2389"/>
                <a:gd name="f33" fmla="*/ f26 1 2389"/>
                <a:gd name="f34" fmla="*/ f27 1 2389"/>
                <a:gd name="f35" fmla="*/ f28 1 2389"/>
                <a:gd name="f36" fmla="*/ f29 1 2389"/>
                <a:gd name="f37" fmla="*/ 0 1 f23"/>
                <a:gd name="f38" fmla="*/ f16 1 f23"/>
                <a:gd name="f39" fmla="*/ f31 1 f23"/>
                <a:gd name="f40" fmla="*/ f32 1 f23"/>
                <a:gd name="f41" fmla="*/ f33 1 f23"/>
                <a:gd name="f42" fmla="*/ f34 1 f23"/>
                <a:gd name="f43" fmla="*/ f35 1 f23"/>
                <a:gd name="f44" fmla="*/ f36 1 f23"/>
                <a:gd name="f45" fmla="*/ f37 f13 1"/>
                <a:gd name="f46" fmla="*/ f38 f13 1"/>
                <a:gd name="f47" fmla="*/ f38 f14 1"/>
                <a:gd name="f48" fmla="*/ f37 f14 1"/>
                <a:gd name="f49" fmla="*/ f39 f13 1"/>
                <a:gd name="f50" fmla="*/ f40 f14 1"/>
                <a:gd name="f51" fmla="*/ f41 f13 1"/>
                <a:gd name="f52" fmla="*/ f42 f14 1"/>
                <a:gd name="f53" fmla="*/ f43 f13 1"/>
                <a:gd name="f54" fmla="*/ f4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49" y="f50"/>
                </a:cxn>
                <a:cxn ang="f30">
                  <a:pos x="f51" y="f52"/>
                </a:cxn>
                <a:cxn ang="f30">
                  <a:pos x="f53" y="f50"/>
                </a:cxn>
                <a:cxn ang="f30">
                  <a:pos x="f51" y="f54"/>
                </a:cxn>
                <a:cxn ang="f30">
                  <a:pos x="f49" y="f50"/>
                </a:cxn>
              </a:cxnLst>
              <a:rect l="f45" t="f48" r="f46" b="f47"/>
              <a:pathLst>
                <a:path w="2389" h="2389">
                  <a:moveTo>
                    <a:pt x="f6" y="f10"/>
                  </a:moveTo>
                  <a:lnTo>
                    <a:pt x="f11" y="f5"/>
                  </a:lnTo>
                  <a:lnTo>
                    <a:pt x="f5" y="f10"/>
                  </a:lnTo>
                  <a:lnTo>
                    <a:pt x="f11" y="f6"/>
                  </a:lnTo>
                  <a:lnTo>
                    <a:pt x="f6" y="f1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81715BD-0F28-68FE-DA46-A5C0DB6912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8888" y="3499664"/>
            <a:ext cx="4939661" cy="2542809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C517DE9E-3766-1C64-4E4E-7D99A0A3A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47463" y="6313173"/>
            <a:ext cx="2133597" cy="398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8AF8EAC-E0C3-D027-0BA8-28F5F14F096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3888" y="457200"/>
            <a:ext cx="5198272" cy="2305046"/>
          </a:xfrm>
        </p:spPr>
        <p:txBody>
          <a:bodyPr lIns="0" tIns="274320"/>
          <a:lstStyle>
            <a:lvl1pPr marL="457200" indent="-457200">
              <a:spcBef>
                <a:spcPts val="1800"/>
              </a:spcBef>
              <a:buFont typeface="Franklin Gothic Demi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Franklin Gothic Demi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Franklin Gothic Demi"/>
              <a:buAutoNum type="arabicParenR"/>
              <a:defRPr/>
            </a:lvl3pPr>
            <a:lvl4pPr marL="1371600" indent="0">
              <a:spcBef>
                <a:spcPts val="1800"/>
              </a:spcBef>
              <a:buNone/>
              <a:defRPr sz="2000"/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8B4BD4B-D8FA-7DAD-E383-BC3C68BA1BC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810591"/>
            <a:ext cx="5198272" cy="331950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4864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03AE5018-A839-24D2-B1E3-908FDD2F4C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A5B5BC-A95E-4E45-AF01-E18F31FF705F}" type="slidenum">
              <a:t>‹#›</a:t>
            </a:fld>
            <a:endParaRPr lang="en-US"/>
          </a:p>
        </p:txBody>
      </p:sp>
      <p:sp>
        <p:nvSpPr>
          <p:cNvPr id="13" name="Date Placeholder 7">
            <a:extLst>
              <a:ext uri="{FF2B5EF4-FFF2-40B4-BE49-F238E27FC236}">
                <a16:creationId xmlns:a16="http://schemas.microsoft.com/office/drawing/2014/main" id="{363983E1-3D78-D453-4927-92D3E0A409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015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A97D-2291-A824-C8C1-513FC779D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313" y="278133"/>
            <a:ext cx="5063490" cy="2354022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6E09595-56E1-D416-4336-C982CE421B2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3279577"/>
            <a:ext cx="5044443" cy="2994413"/>
          </a:xfrm>
        </p:spPr>
        <p:txBody>
          <a:bodyPr lIns="0" tIns="22860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D87931-D771-B99C-6172-A6908A542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99745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48A9A6D0-DADC-A28B-F23B-6C180071992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96003" y="0"/>
            <a:ext cx="6118222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9FB89AE-0C6B-29B5-2B72-5513E440AC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FE74A3-6ABC-B24C-9767-9A43B8EF99A2}" type="slidenum">
              <a:t>‹#›</a:t>
            </a:fld>
            <a:endParaRPr lang="en-US"/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85CA03ED-DF0A-9801-AE32-B7A729E4E3C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626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C774849-C4B5-8EDD-CDFF-2CCEAFD18E7A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36046AC3-D856-2D8A-6256-FB09B4E39838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2CCB32C6-A0B8-62C2-2988-133ACC8209BF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13F6AC56-EE07-6E5B-86FA-31192211B995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140133B5-F07C-2D29-70C8-09524E045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413" y="4661720"/>
            <a:ext cx="7936233" cy="1380762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FCF8D6FB-3098-E1D1-D608-CD2566A19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670931" y="6313173"/>
            <a:ext cx="2133607" cy="398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CD099D4-CCC8-4638-C5DC-5D0877D3FE5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3888" y="584008"/>
            <a:ext cx="2825111" cy="3999064"/>
          </a:xfrm>
        </p:spPr>
        <p:txBody>
          <a:bodyPr lIns="0" tIns="274320"/>
          <a:lstStyle>
            <a:lvl1pPr marL="0" indent="0">
              <a:spcBef>
                <a:spcPts val="1800"/>
              </a:spcBef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027048F-9B8D-0A18-3FCD-B3749785427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670931" y="584008"/>
            <a:ext cx="7926704" cy="3999064"/>
          </a:xfrm>
        </p:spPr>
        <p:txBody>
          <a:bodyPr l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6AEDC1C-4D3A-A9E2-3772-1B3FE5E44EC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025CC9-09F4-174C-80CD-80FAAFF9B340}" type="slidenum">
              <a:t>‹#›</a:t>
            </a:fld>
            <a:endParaRPr lang="en-US"/>
          </a:p>
        </p:txBody>
      </p:sp>
      <p:sp>
        <p:nvSpPr>
          <p:cNvPr id="11" name="Date Placeholder 7">
            <a:extLst>
              <a:ext uri="{FF2B5EF4-FFF2-40B4-BE49-F238E27FC236}">
                <a16:creationId xmlns:a16="http://schemas.microsoft.com/office/drawing/2014/main" id="{9B81F268-9EC1-5C4F-0ED1-C5AD917CE9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944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D01857DE-7BBA-D8A8-EFCF-FA2266A79690}"/>
              </a:ext>
            </a:extLst>
          </p:cNvPr>
          <p:cNvGrpSpPr/>
          <p:nvPr/>
        </p:nvGrpSpPr>
        <p:grpSpPr>
          <a:xfrm>
            <a:off x="8870046" y="-10"/>
            <a:ext cx="3325205" cy="3325215"/>
            <a:chOff x="8870046" y="-10"/>
            <a:chExt cx="3325205" cy="3325215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75B74871-A3BB-B71F-A3F8-5336FE17B500}"/>
                </a:ext>
              </a:extLst>
            </p:cNvPr>
            <p:cNvSpPr/>
            <p:nvPr/>
          </p:nvSpPr>
          <p:spPr>
            <a:xfrm rot="10799991">
              <a:off x="10519522" y="1090924"/>
              <a:ext cx="1675720" cy="22342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020815C-89F0-4F9F-20BE-E7D6DA6B0E80}"/>
                </a:ext>
              </a:extLst>
            </p:cNvPr>
            <p:cNvSpPr/>
            <p:nvPr/>
          </p:nvSpPr>
          <p:spPr>
            <a:xfrm rot="10799991">
              <a:off x="11106832" y="-1"/>
              <a:ext cx="1088419" cy="10881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CEDA99E0-FA3F-8B32-98B0-F551A6FB94AD}"/>
                </a:ext>
              </a:extLst>
            </p:cNvPr>
            <p:cNvSpPr/>
            <p:nvPr/>
          </p:nvSpPr>
          <p:spPr>
            <a:xfrm rot="10799991">
              <a:off x="8870046" y="-10"/>
              <a:ext cx="2181520" cy="1090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F560FC4-2DAA-802D-8D20-94EF2DE5D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6"/>
            <a:ext cx="10972800" cy="1574313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EF7FB9E8-D207-C0D8-F658-CFED7179F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40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046BE98-81DF-5334-6E68-6A14334DE1A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5521" y="2676521"/>
            <a:ext cx="5746747" cy="3597469"/>
          </a:xfrm>
        </p:spPr>
        <p:txBody>
          <a:bodyPr l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389C4C3-1F07-BF3E-8CC7-0DCAC18F5D8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19996" y="2676521"/>
            <a:ext cx="3947163" cy="3597469"/>
          </a:xfrm>
        </p:spPr>
        <p:txBody>
          <a:bodyPr lIns="0"/>
          <a:lstStyle>
            <a:lvl1pPr marL="342900" indent="-342900">
              <a:spcBef>
                <a:spcPts val="1800"/>
              </a:spcBef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7">
            <a:extLst>
              <a:ext uri="{FF2B5EF4-FFF2-40B4-BE49-F238E27FC236}">
                <a16:creationId xmlns:a16="http://schemas.microsoft.com/office/drawing/2014/main" id="{2BEDDD04-1BF2-15E2-215F-64EB86AC7A3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23DCD476-0553-EE20-5FF6-800843E5B3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C3B9FC-2289-1A4F-A136-BF8761EC86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91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6FA12-2666-CBED-7CC5-EF0166348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02402"/>
            <a:ext cx="10972800" cy="1570326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add title 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158D50B-7C15-0431-6944-996E86B65624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594360" y="2628625"/>
            <a:ext cx="10972800" cy="363674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F70BF936-A140-12FA-79C3-0FC5F01E7A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B6F43F-88A2-1042-8D81-EF6006E7943F}" type="slidenum">
              <a:t>‹#›</a:t>
            </a:fld>
            <a:endParaRPr lang="en-US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CF2ECD79-1EBE-292E-19E6-A8396F1B78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60F7AD76-7C33-957A-A395-84E24BD7A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40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5663993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33E8-F4E3-2D97-3D30-8330578437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en-US"/>
              <a:t>Click to add title </a:t>
            </a:r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257A786F-4A65-DAB4-24A9-4BDEBEFAE11C}"/>
              </a:ext>
            </a:extLst>
          </p:cNvPr>
          <p:cNvGrpSpPr/>
          <p:nvPr/>
        </p:nvGrpSpPr>
        <p:grpSpPr>
          <a:xfrm>
            <a:off x="6092747" y="0"/>
            <a:ext cx="6099249" cy="6099249"/>
            <a:chOff x="6092747" y="0"/>
            <a:chExt cx="6099249" cy="6099249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3B4CCA16-C2DF-A90E-11B9-A545967B9DCE}"/>
                </a:ext>
              </a:extLst>
            </p:cNvPr>
            <p:cNvSpPr/>
            <p:nvPr/>
          </p:nvSpPr>
          <p:spPr>
            <a:xfrm flipH="1" flipV="1">
              <a:off x="9118323" y="2001018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039F5599-274D-B151-C721-E194D9F49094}"/>
                </a:ext>
              </a:extLst>
            </p:cNvPr>
            <p:cNvSpPr/>
            <p:nvPr/>
          </p:nvSpPr>
          <p:spPr>
            <a:xfrm flipH="1" flipV="1">
              <a:off x="10195569" y="0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AE0B5CF4-FA38-69FB-645E-96E554C6B503}"/>
                </a:ext>
              </a:extLst>
            </p:cNvPr>
            <p:cNvSpPr/>
            <p:nvPr/>
          </p:nvSpPr>
          <p:spPr>
            <a:xfrm flipH="1" flipV="1">
              <a:off x="6092747" y="0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0E368D0A-4955-B9DE-65E9-43532FAD4D5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4360" y="4549551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3B218A70-A1CB-B9F8-FE8C-275465295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395020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419271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87CCF-1584-5EE4-9814-055A88985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4360" y="1825627"/>
            <a:ext cx="10382253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1">
            <a:extLst>
              <a:ext uri="{FF2B5EF4-FFF2-40B4-BE49-F238E27FC236}">
                <a16:creationId xmlns:a16="http://schemas.microsoft.com/office/drawing/2014/main" id="{B830C1A1-739B-F61C-4161-E82FC6C34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65129"/>
            <a:ext cx="104013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70CC4-AF53-CFE4-FD42-F827369C6F9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133645" y="6332220"/>
            <a:ext cx="1313178" cy="2476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1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5C007CC-CA45-DF3B-8E66-F2123712D8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37" cy="2476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1pPr>
          </a:lstStyle>
          <a:p>
            <a:pPr lvl="0"/>
            <a:fld id="{14FFB6AF-C4D9-AB4E-8D9A-7EF8FEDE8D94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fontAlgn="auto" hangingPunct="1">
        <a:lnSpc>
          <a:spcPct val="80000"/>
        </a:lnSpc>
        <a:spcBef>
          <a:spcPts val="0"/>
        </a:spcBef>
        <a:spcAft>
          <a:spcPts val="0"/>
        </a:spcAft>
        <a:buNone/>
        <a:tabLst/>
        <a:defRPr lang="en-US" sz="4400" b="1" i="0" u="none" strike="noStrike" kern="1200" cap="none" spc="100" baseline="0">
          <a:solidFill>
            <a:srgbClr val="000000"/>
          </a:solidFill>
          <a:uFillTx/>
          <a:latin typeface="Franklin Gothic Demi"/>
        </a:defRPr>
      </a:lvl1pPr>
    </p:titleStyle>
    <p:bodyStyle>
      <a:lvl1pPr marL="228600" marR="0" lvl="0" indent="-283464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1pPr>
      <a:lvl2pPr marL="685800" marR="0" lvl="1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2pPr>
      <a:lvl3pPr marL="1143000" marR="0" lvl="2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3pPr>
      <a:lvl4pPr marL="1600200" marR="0" lvl="3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4pPr>
      <a:lvl5pPr marL="2057400" marR="0" lvl="4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9F9C-D868-6810-48AD-26537BF731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Database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Abstraction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24B9E-215E-A5B3-ED73-7E3002EE42CC}"/>
              </a:ext>
            </a:extLst>
          </p:cNvPr>
          <p:cNvSpPr txBox="1">
            <a:spLocks/>
          </p:cNvSpPr>
          <p:nvPr/>
        </p:nvSpPr>
        <p:spPr>
          <a:xfrm>
            <a:off x="6299831" y="4568598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228600" marR="0" lvl="0" indent="-283464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1pPr>
            <a:lvl2pPr marL="685800" marR="0" lvl="1" indent="-283464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2pPr>
            <a:lvl3pPr marL="1143000" marR="0" lvl="2" indent="-283464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3pPr>
            <a:lvl4pPr marL="1600200" marR="0" lvl="3" indent="-283464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4pPr>
            <a:lvl5pPr marL="2057400" marR="0" lvl="4" indent="-283464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/>
              <a:buNone/>
            </a:pPr>
            <a:r>
              <a:rPr lang="en-GB" sz="2400" b="1" dirty="0">
                <a:solidFill>
                  <a:schemeClr val="tx1"/>
                </a:solidFill>
              </a:rPr>
              <a:t>ORM’s </a:t>
            </a:r>
            <a:r>
              <a:rPr lang="en-GB" sz="2400" b="1" dirty="0" err="1">
                <a:solidFill>
                  <a:schemeClr val="tx1"/>
                </a:solidFill>
              </a:rPr>
              <a:t>vrs</a:t>
            </a:r>
            <a:r>
              <a:rPr lang="en-GB" sz="2400" b="1" dirty="0">
                <a:solidFill>
                  <a:schemeClr val="tx1"/>
                </a:solidFill>
              </a:rPr>
              <a:t> SQLC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E0FA-DDD8-DF9B-F5B8-CAED75134B9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141D-6F73-CDB9-E320-454E988A21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3729" y="2281235"/>
            <a:ext cx="6788148" cy="4387192"/>
          </a:xfrm>
        </p:spPr>
        <p:txBody>
          <a:bodyPr lIns="0" tIns="457200" rIns="0" bIns="0">
            <a:normAutofit/>
          </a:bodyPr>
          <a:lstStyle/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Go's Philosophy: Explicit Over Magic - How ORMs conflict with Go idioms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The Performance Problem - Query optimization, N+1 queries, reflection overhead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Type Safety: Compile-Time vs Runtime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SQL is Portable, ORMs Are Not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Debugging: What You See </a:t>
            </a:r>
            <a:r>
              <a:rPr lang="en-US" sz="1800" b="1" dirty="0" err="1">
                <a:solidFill>
                  <a:srgbClr val="5D7D40"/>
                </a:solidFill>
              </a:rPr>
              <a:t>vrs</a:t>
            </a:r>
            <a:r>
              <a:rPr lang="en-US" sz="1800" b="1" dirty="0">
                <a:solidFill>
                  <a:srgbClr val="5D7D40"/>
                </a:solidFill>
              </a:rPr>
              <a:t> What Runs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Query Builders : Our </a:t>
            </a:r>
            <a:r>
              <a:rPr lang="en-US" sz="1800" b="1" dirty="0" err="1">
                <a:solidFill>
                  <a:srgbClr val="5D7D40"/>
                </a:solidFill>
              </a:rPr>
              <a:t>Saviour</a:t>
            </a:r>
            <a:r>
              <a:rPr lang="en-US" sz="1800" b="1" dirty="0">
                <a:solidFill>
                  <a:srgbClr val="5D7D40"/>
                </a:solidFill>
              </a:rPr>
              <a:t> SQLC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r>
              <a:rPr lang="en-US" sz="1800" b="1" dirty="0">
                <a:solidFill>
                  <a:srgbClr val="5D7D40"/>
                </a:solidFill>
              </a:rPr>
              <a:t>Q&amp;A</a:t>
            </a:r>
          </a:p>
          <a:p>
            <a:pPr marL="283464">
              <a:lnSpc>
                <a:spcPct val="80000"/>
              </a:lnSpc>
              <a:spcBef>
                <a:spcPts val="2200"/>
              </a:spcBef>
            </a:pPr>
            <a:endParaRPr lang="en-US" sz="1800" b="1" dirty="0">
              <a:solidFill>
                <a:srgbClr val="5D7D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0" descr="A close-up of a plant">
            <a:extLst>
              <a:ext uri="{FF2B5EF4-FFF2-40B4-BE49-F238E27FC236}">
                <a16:creationId xmlns:a16="http://schemas.microsoft.com/office/drawing/2014/main" id="{164AFF81-3CBF-1A98-C229-8F88A5B03F7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23" r="23"/>
          <a:stretch>
            <a:fillRect/>
          </a:stretch>
        </p:blipFill>
        <p:spPr>
          <a:xfrm>
            <a:off x="0" y="0"/>
            <a:ext cx="12191996" cy="688022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6AE8AB3-2488-F796-EB6B-2E6E3B59B9D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Go's Philosophy: Explicit Over Magic – </a:t>
            </a:r>
            <a:br>
              <a:rPr lang="en-US" sz="3600" dirty="0"/>
            </a:br>
            <a:r>
              <a:rPr lang="en-US" sz="3600" dirty="0"/>
              <a:t>How ORMs conflict with Go idioms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CAB6-1DAD-4F0F-0BCE-862AE5AB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5E58349-0D7A-45AA-7585-AA0B78C48F0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4000" dirty="0"/>
              <a:t>How ORMs conflict with Go idioms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CCAB3F75-F5E3-AD70-5F4F-E3928B5037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0" y="2281235"/>
            <a:ext cx="7810503" cy="4343085"/>
          </a:xfrm>
        </p:spPr>
        <p:txBody>
          <a:bodyPr lIns="0" tIns="228600" rIns="0" bIns="0"/>
          <a:lstStyle/>
          <a:p>
            <a:pPr marL="283464">
              <a:spcBef>
                <a:spcPts val="1800"/>
              </a:spcBef>
            </a:pPr>
            <a:r>
              <a:rPr lang="en-US" sz="2000" dirty="0"/>
              <a:t>Go is a language that values explicitness. It’s designed to be straightforward and easily traceable.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ORMs introduce a layer of magic that obscures the actual SQL being executed, making it harder to understand what's happening at the database level.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With each query, you’re trusting the ORM to generate efficient SQL, but you have limited visibility into what query actually runs</a:t>
            </a:r>
          </a:p>
          <a:p>
            <a:pPr marL="283464" lvl="0">
              <a:spcBef>
                <a:spcPts val="1800"/>
              </a:spcBef>
            </a:pPr>
            <a:r>
              <a:rPr lang="en-US" sz="2000" dirty="0"/>
              <a:t>ORM’s introduce extra dependencies into the SBOM which can introduce vulnerabilities.</a:t>
            </a:r>
          </a:p>
          <a:p>
            <a:pPr marL="0" lvl="0" indent="0">
              <a:spcBef>
                <a:spcPts val="1800"/>
              </a:spcBef>
              <a:buNone/>
            </a:pPr>
            <a:endParaRPr lang="en-US" sz="2000" dirty="0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CEDC4AE-CD7D-5A8F-0692-95ACDF4BDA05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CD1D5541-34D8-17B3-D170-AEA15B433351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9D959F96-94DE-DA9F-284D-C966077F116A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9128762D-8E60-CD37-C923-97AAF72DF47F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21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E6CC-1F1B-453B-1B48-23E7CF5522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tx1"/>
                </a:solidFill>
              </a:rPr>
              <a:t>The Performance Problem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" name="Picture Placeholder 4" descr="A close-up of a wood grain">
            <a:extLst>
              <a:ext uri="{FF2B5EF4-FFF2-40B4-BE49-F238E27FC236}">
                <a16:creationId xmlns:a16="http://schemas.microsoft.com/office/drawing/2014/main" id="{A44D2FFD-F581-1697-243E-B8729134E28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5791196" cy="6880229"/>
          </a:xfr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856DAD-08C2-0A51-BCA0-30EBF4FED3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99831" y="4568598"/>
            <a:ext cx="5486400" cy="1645920"/>
          </a:xfrm>
        </p:spPr>
        <p:txBody>
          <a:bodyPr lIns="0" tIns="0" rIns="0" bIns="0">
            <a:no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Query optimization, N+1 queries, reflection overhead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3C2C4D8-E295-4E95-4DFD-6BB660EBB5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76346"/>
            <a:ext cx="10873743" cy="1680200"/>
          </a:xfrm>
        </p:spPr>
        <p:txBody>
          <a:bodyPr/>
          <a:lstStyle/>
          <a:p>
            <a:r>
              <a:rPr lang="en-US" sz="3200" dirty="0"/>
              <a:t>Query optimization, N+1 queries, reflection overhead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5BEBCE3-DB04-C0C9-72E0-239BDA3087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959220" y="2281235"/>
            <a:ext cx="8508883" cy="3700457"/>
          </a:xfrm>
        </p:spPr>
        <p:txBody>
          <a:bodyPr lIns="0" tIns="228600" rIns="0" bIns="0"/>
          <a:lstStyle/>
          <a:p>
            <a:pPr marL="283464">
              <a:spcBef>
                <a:spcPts val="1800"/>
              </a:spcBef>
            </a:pPr>
            <a:r>
              <a:rPr lang="en-US" sz="2000" dirty="0"/>
              <a:t>ORMs often generate suboptimal queries, especially for complex joins or aggregations. 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The N+1 query problem is where an ORM might execute one query to fetch records, then N additional queries to fetch related data for each record. While modern ORMs have solved this with eager loading, you're now learning ORM-specific patterns rather than just SQL.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Most Go ORMs rely heavily on reflection, which has performance costs and loses compile-time type safety.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B5C8BF28-026A-8BA0-DF24-B99F1B476853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38E04A71-9345-D8EA-05EB-22AA1E531715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822FBAD5-E1F5-4CAD-709F-93021FEAD8B7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ADCACB2B-CA67-2A6B-2D54-B8AC6E7A498D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73FE36CE-C6D2-B617-24B1-A85D6139D1B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4400" dirty="0"/>
              <a:t>Type Safety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BE8A4-D9CC-96C1-9DE7-7EF241BFFD9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9908" y="4549551"/>
            <a:ext cx="5486400" cy="1645920"/>
          </a:xfrm>
        </p:spPr>
        <p:txBody>
          <a:bodyPr lIns="0" tIns="0" rIns="0" bIns="0"/>
          <a:lstStyle/>
          <a:p>
            <a:pPr marL="0" lvl="0" indent="0">
              <a:buNone/>
            </a:pPr>
            <a:r>
              <a:rPr lang="en-US" sz="2400" dirty="0"/>
              <a:t>Compile-Time vs Runtime</a:t>
            </a:r>
            <a:endParaRPr lang="en-US" sz="2400" b="1" dirty="0">
              <a:solidFill>
                <a:srgbClr val="5D7D4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20D73-BB10-E692-8153-EB00AB96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8ECA54B-0B92-CA59-9DBE-6BF3EBD29DE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dirty="0"/>
              <a:t>Type Safety: Compile-Time vs Runtime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9CBB7BF-1539-312E-5756-05367A8658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0" y="2281235"/>
            <a:ext cx="7810503" cy="3700457"/>
          </a:xfrm>
        </p:spPr>
        <p:txBody>
          <a:bodyPr lIns="0" tIns="228600" rIns="0" bIns="0"/>
          <a:lstStyle/>
          <a:p>
            <a:pPr marL="283464">
              <a:spcBef>
                <a:spcPts val="1800"/>
              </a:spcBef>
            </a:pPr>
            <a:r>
              <a:rPr lang="en-US" sz="2000" dirty="0"/>
              <a:t>Struct tags and reflection reduce compile-time safety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Errors that could be caught at compile time become runtime issues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Dynamic queries sacrifice Go's strong typing benefits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Database schema changes may not be caught until runtime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B4EBCD7B-889C-9D18-66E2-8AAEED416A14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19A2C613-FD7C-E583-ACE2-9C4243D583F4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43F43E7D-3843-01B4-6E5F-F174E3609B67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7461286F-5CFD-CC90-FD39-86D702CA24CE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74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0049-DD24-DBE8-1604-77DDF371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ED6152F0-1A56-5523-D6D9-FBD2682FDE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SQL is Portable, ORMs Are Not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67E62-6FB9-A837-73DD-3A110E72711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9908" y="4549551"/>
            <a:ext cx="5486400" cy="1645920"/>
          </a:xfrm>
        </p:spPr>
        <p:txBody>
          <a:bodyPr lIns="0" tIns="0" rIns="0" bIns="0"/>
          <a:lstStyle/>
          <a:p>
            <a:pPr marL="0" lvl="0" indent="0">
              <a:buNone/>
            </a:pPr>
            <a:endParaRPr lang="en-US" sz="2400" b="1" dirty="0">
              <a:solidFill>
                <a:srgbClr val="5D7D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86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AFDF-D960-C15D-9649-9A3DFC8C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2C40B26-D084-9704-52A3-D2A5FC10919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dirty="0"/>
              <a:t>SQL is Portable, ORMs Are Not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DEFC515-B313-7C9A-7CD0-FB79D59A7E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0" y="2281235"/>
            <a:ext cx="7810503" cy="3700457"/>
          </a:xfrm>
        </p:spPr>
        <p:txBody>
          <a:bodyPr lIns="0" tIns="228600" rIns="0" bIns="0"/>
          <a:lstStyle/>
          <a:p>
            <a:pPr marL="283464">
              <a:spcBef>
                <a:spcPts val="1800"/>
              </a:spcBef>
            </a:pPr>
            <a:r>
              <a:rPr lang="en-US" sz="2000" dirty="0"/>
              <a:t>Every ORM has its own query API, migration system, and patterns. 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If you switch ORMs or work across projects using different ones, you're constantly relearning APIs. </a:t>
            </a:r>
          </a:p>
          <a:p>
            <a:pPr marL="283464">
              <a:spcBef>
                <a:spcPts val="1800"/>
              </a:spcBef>
            </a:pPr>
            <a:r>
              <a:rPr lang="en-US" sz="2000" dirty="0"/>
              <a:t>A developer who knows SQL can work with any database (RDBMS), any language e.g. Python, Node, C#, any framework. </a:t>
            </a:r>
          </a:p>
          <a:p>
            <a:pPr marL="283464">
              <a:spcBef>
                <a:spcPts val="1800"/>
              </a:spcBef>
            </a:pPr>
            <a:endParaRPr lang="en-US" sz="2000" dirty="0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03600FF-6256-FA2F-BB83-0FF5CB97B169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968436D7-BED1-AB4D-60CE-E75F45B4FF92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FFCE8C48-DEB2-4945-A56E-EFDAF389A23F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0DAF9677-00DF-6E03-B0C6-9FC8997B472C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06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1DC8-0FDE-3DF6-058E-2B50AAFE733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dirty="0"/>
              <a:t>Debugging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4521-7E51-F72A-2DB6-FD188FA25D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4360" y="4549551"/>
            <a:ext cx="5486400" cy="1645920"/>
          </a:xfrm>
        </p:spPr>
        <p:txBody>
          <a:bodyPr lIns="0" tIns="0" rIns="0" bIns="0">
            <a:noAutofit/>
          </a:bodyPr>
          <a:lstStyle/>
          <a:p>
            <a:pPr marL="0" lvl="0" indent="0">
              <a:buNone/>
            </a:pPr>
            <a:r>
              <a:rPr lang="en-US" sz="2400" dirty="0"/>
              <a:t>What You See </a:t>
            </a:r>
            <a:r>
              <a:rPr lang="en-US" sz="2400" dirty="0" err="1"/>
              <a:t>vrs</a:t>
            </a:r>
            <a:r>
              <a:rPr lang="en-US" sz="2400" dirty="0"/>
              <a:t> What Runs</a:t>
            </a:r>
            <a:endParaRPr lang="en-US" sz="2400" b="1" dirty="0">
              <a:solidFill>
                <a:srgbClr val="5D7D4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ECD8-FC62-B1DC-6B54-5287F2ED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0C7865F-D2B1-7702-AA04-260F57C180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dirty="0"/>
              <a:t>Debugging: What You See </a:t>
            </a:r>
            <a:r>
              <a:rPr lang="en-US" sz="3600" dirty="0" err="1"/>
              <a:t>vrs</a:t>
            </a:r>
            <a:r>
              <a:rPr lang="en-US" sz="3600" dirty="0"/>
              <a:t> What Runs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A80EE67-B496-4018-EFE2-7980F067F0D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0" y="2281235"/>
            <a:ext cx="7810503" cy="3700457"/>
          </a:xfrm>
        </p:spPr>
        <p:txBody>
          <a:bodyPr lIns="0" tIns="228600" rIns="0" bIns="0">
            <a:normAutofit/>
          </a:bodyPr>
          <a:lstStyle/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ORM’s eventually generate queries and control on what gets generated is often limited.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When an ORM query is slow, debugging requires understanding both the ORM's query building logic and the generated SQL. 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You need to enable SQL logging, parse the output, and figure out what ORM method calls produced problematic queries.</a:t>
            </a:r>
            <a:endParaRPr lang="en-US" dirty="0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E5491BB5-2BFB-65CE-7456-AC10DC6CDED5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8340C563-97D5-60C5-33DD-501EB0F576FE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2637F8DE-FC56-8266-E328-7CFEA3E28E4E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5951D7CD-9262-76B8-81CF-CC97E2954A05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75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2835-7AA0-81C1-4C87-FF1B1DC97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5DCD0381-EF47-92F8-CC35-6C37EA0EFD0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Query Builders : Our </a:t>
            </a:r>
            <a:r>
              <a:rPr lang="en-US" sz="4400" dirty="0" err="1"/>
              <a:t>Saviour</a:t>
            </a:r>
            <a:r>
              <a:rPr lang="en-US" sz="4400" dirty="0"/>
              <a:t> SQLC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E36C5-92C9-38F2-2C1B-95AD5E93B7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9908" y="4549551"/>
            <a:ext cx="5486400" cy="1645920"/>
          </a:xfrm>
        </p:spPr>
        <p:txBody>
          <a:bodyPr lIns="0" tIns="0" rIns="0" bIns="0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SQLC Beats ORMs in Go</a:t>
            </a:r>
          </a:p>
        </p:txBody>
      </p:sp>
    </p:spTree>
    <p:extLst>
      <p:ext uri="{BB962C8B-B14F-4D97-AF65-F5344CB8AC3E}">
        <p14:creationId xmlns:p14="http://schemas.microsoft.com/office/powerpoint/2010/main" val="58396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23A68-C956-5669-C177-BC4B3EB4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55C91E2-E4BD-198A-871E-CA7EB3DA030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600" dirty="0"/>
              <a:t>Query Builders : Our Savior SQLC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B4A79A4-16C5-0930-8BF5-3305DDCD20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600" y="2281235"/>
            <a:ext cx="7810503" cy="4473886"/>
          </a:xfrm>
        </p:spPr>
        <p:txBody>
          <a:bodyPr lIns="0" tIns="228600" rIns="0" bIns="0">
            <a:normAutofit fontScale="92500" lnSpcReduction="20000"/>
          </a:bodyPr>
          <a:lstStyle/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Write actual SQL - Use the full power of your database with native SQL instead of fighting ORM abstractions. 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Zero runtime overhead - Code generation means no reflection, no interface{} conversions, just plain Go structs and functions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Compile-time safety - Type mismatches and query errors caught during build, not in production at 3am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What you write is what runs - No query generation surprises, no N+1 problems, complete visibility into database operations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You need to enable SQL logging, parse the output, and figure out what ORM method calls produced problematic queries.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Trivial to optimize - See slow query in logs? Just update the SQL file, regenerate, done. No ORM query builder gymnastics.</a:t>
            </a:r>
          </a:p>
          <a:p>
            <a:pPr marL="283464">
              <a:spcBef>
                <a:spcPts val="1800"/>
              </a:spcBef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Minimal learning curve - If you know SQL and Go, you know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sqlc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 No DSL or query builder API to memorize</a:t>
            </a:r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F95D3E3-E877-F5A8-6FC0-6A599F2839A7}"/>
              </a:ext>
            </a:extLst>
          </p:cNvPr>
          <p:cNvGrpSpPr/>
          <p:nvPr/>
        </p:nvGrpSpPr>
        <p:grpSpPr>
          <a:xfrm>
            <a:off x="0" y="3898783"/>
            <a:ext cx="2959217" cy="2959217"/>
            <a:chOff x="0" y="3900135"/>
            <a:chExt cx="2959217" cy="2959217"/>
          </a:xfrm>
        </p:grpSpPr>
        <p:sp>
          <p:nvSpPr>
            <p:cNvPr id="5" name="Freeform 19">
              <a:extLst>
                <a:ext uri="{FF2B5EF4-FFF2-40B4-BE49-F238E27FC236}">
                  <a16:creationId xmlns:a16="http://schemas.microsoft.com/office/drawing/2014/main" id="{02E7E1D5-8338-B651-6E78-7F4AFF95F068}"/>
                </a:ext>
              </a:extLst>
            </p:cNvPr>
            <p:cNvSpPr/>
            <p:nvPr/>
          </p:nvSpPr>
          <p:spPr>
            <a:xfrm rot="16199987" flipV="1">
              <a:off x="1219389" y="5119524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89"/>
                <a:gd name="f21" fmla="*/ f17 1 2386"/>
                <a:gd name="f22" fmla="*/ 0 f18 1"/>
                <a:gd name="f23" fmla="*/ 12290 f17 1"/>
                <a:gd name="f24" fmla="*/ 13484 f17 1"/>
                <a:gd name="f25" fmla="*/ 1192 f18 1"/>
                <a:gd name="f26" fmla="*/ 14676 f17 1"/>
                <a:gd name="f27" fmla="*/ 1789 f18 1"/>
                <a:gd name="f28" fmla="*/ 14079 f17 1"/>
                <a:gd name="f29" fmla="+- f19 0 f1"/>
                <a:gd name="f30" fmla="*/ f22 1 1789"/>
                <a:gd name="f31" fmla="*/ f23 1 2386"/>
                <a:gd name="f32" fmla="*/ f24 1 2386"/>
                <a:gd name="f33" fmla="*/ f25 1 1789"/>
                <a:gd name="f34" fmla="*/ f26 1 2386"/>
                <a:gd name="f35" fmla="*/ f27 1 1789"/>
                <a:gd name="f36" fmla="*/ f28 1 2386"/>
                <a:gd name="f37" fmla="*/ 0 1 f20"/>
                <a:gd name="f38" fmla="*/ f14 1 f20"/>
                <a:gd name="f39" fmla="*/ 0 1 f21"/>
                <a:gd name="f40" fmla="*/ f15 1 f21"/>
                <a:gd name="f41" fmla="*/ f30 1 f20"/>
                <a:gd name="f42" fmla="*/ f31 1 f21"/>
                <a:gd name="f43" fmla="*/ f32 1 f21"/>
                <a:gd name="f44" fmla="*/ f33 1 f20"/>
                <a:gd name="f45" fmla="*/ f34 1 f21"/>
                <a:gd name="f46" fmla="*/ f35 1 f20"/>
                <a:gd name="f47" fmla="*/ f36 1 f21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2 1"/>
                <a:gd name="f55" fmla="*/ f44 f11 1"/>
                <a:gd name="f56" fmla="*/ f45 f12 1"/>
                <a:gd name="f57" fmla="*/ f46 f11 1"/>
                <a:gd name="f58" fmla="*/ f47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2" y="f54"/>
                </a:cxn>
                <a:cxn ang="f29">
                  <a:pos x="f55" y="f56"/>
                </a:cxn>
                <a:cxn ang="f29">
                  <a:pos x="f57" y="f58"/>
                </a:cxn>
                <a:cxn ang="f29">
                  <a:pos x="f52" y="f53"/>
                </a:cxn>
              </a:cxnLst>
              <a:rect l="f48" t="f51" r="f49" b="f50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reeform 20">
              <a:extLst>
                <a:ext uri="{FF2B5EF4-FFF2-40B4-BE49-F238E27FC236}">
                  <a16:creationId xmlns:a16="http://schemas.microsoft.com/office/drawing/2014/main" id="{5967F2EC-6149-1263-3C98-F9A763DF969E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val f5"/>
                <a:gd name="f12" fmla="val f6"/>
                <a:gd name="f13" fmla="*/ f8 f0 1"/>
                <a:gd name="f14" fmla="+- f12 0 f11"/>
                <a:gd name="f15" fmla="*/ f13 1 f2"/>
                <a:gd name="f16" fmla="*/ f14 1 1162"/>
                <a:gd name="f17" fmla="*/ 0 f14 1"/>
                <a:gd name="f18" fmla="*/ 14679 f14 1"/>
                <a:gd name="f19" fmla="*/ 15840 f14 1"/>
                <a:gd name="f20" fmla="*/ 1161 f14 1"/>
                <a:gd name="f21" fmla="+- f15 0 f1"/>
                <a:gd name="f22" fmla="*/ f17 1 1162"/>
                <a:gd name="f23" fmla="*/ f18 1 1162"/>
                <a:gd name="f24" fmla="*/ f19 1 1162"/>
                <a:gd name="f25" fmla="*/ f20 1 1162"/>
                <a:gd name="f26" fmla="*/ 0 1 f16"/>
                <a:gd name="f27" fmla="*/ f12 1 f16"/>
                <a:gd name="f28" fmla="*/ f22 1 f16"/>
                <a:gd name="f29" fmla="*/ f23 1 f16"/>
                <a:gd name="f30" fmla="*/ f24 1 f16"/>
                <a:gd name="f31" fmla="*/ f25 1 f16"/>
                <a:gd name="f32" fmla="*/ f26 f9 1"/>
                <a:gd name="f33" fmla="*/ f27 f9 1"/>
                <a:gd name="f34" fmla="*/ f27 f10 1"/>
                <a:gd name="f35" fmla="*/ f26 f10 1"/>
                <a:gd name="f36" fmla="*/ f28 f9 1"/>
                <a:gd name="f37" fmla="*/ f29 f10 1"/>
                <a:gd name="f38" fmla="*/ f30 f10 1"/>
                <a:gd name="f39" fmla="*/ f31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1">
                  <a:pos x="f36" y="f37"/>
                </a:cxn>
                <a:cxn ang="f21">
                  <a:pos x="f36" y="f38"/>
                </a:cxn>
                <a:cxn ang="f21">
                  <a:pos x="f39" y="f38"/>
                </a:cxn>
                <a:cxn ang="f21">
                  <a:pos x="f36" y="f37"/>
                </a:cxn>
              </a:cxnLst>
              <a:rect l="f32" t="f35" r="f33" b="f34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5D587314-0DF2-2125-8D1A-6ABDB23D1511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val f5"/>
                <a:gd name="f16" fmla="val f6"/>
                <a:gd name="f17" fmla="val f7"/>
                <a:gd name="f18" fmla="+- f8 0 1221"/>
                <a:gd name="f19" fmla="+- f9 0 1221"/>
                <a:gd name="f20" fmla="+- f10 0 1221"/>
                <a:gd name="f21" fmla="*/ f12 f0 1"/>
                <a:gd name="f22" fmla="+- f17 0 f15"/>
                <a:gd name="f23" fmla="+- f16 0 f15"/>
                <a:gd name="f24" fmla="*/ f21 1 f2"/>
                <a:gd name="f25" fmla="*/ f23 1 2329"/>
                <a:gd name="f26" fmla="*/ f22 1 1165"/>
                <a:gd name="f27" fmla="*/ f18 f23 1"/>
                <a:gd name="f28" fmla="*/ 15840 f22 1"/>
                <a:gd name="f29" fmla="*/ f19 f23 1"/>
                <a:gd name="f30" fmla="*/ 14676 f22 1"/>
                <a:gd name="f31" fmla="*/ f20 f23 1"/>
                <a:gd name="f32" fmla="+- f24 0 f1"/>
                <a:gd name="f33" fmla="*/ f27 1 2329"/>
                <a:gd name="f34" fmla="*/ f28 1 1165"/>
                <a:gd name="f35" fmla="*/ f29 1 2329"/>
                <a:gd name="f36" fmla="*/ f30 1 1165"/>
                <a:gd name="f37" fmla="*/ f31 1 2329"/>
                <a:gd name="f38" fmla="*/ 0 1 f25"/>
                <a:gd name="f39" fmla="*/ f16 1 f25"/>
                <a:gd name="f40" fmla="*/ 0 1 f26"/>
                <a:gd name="f41" fmla="*/ f17 1 f26"/>
                <a:gd name="f42" fmla="*/ f33 1 f25"/>
                <a:gd name="f43" fmla="*/ f34 1 f26"/>
                <a:gd name="f44" fmla="*/ f35 1 f25"/>
                <a:gd name="f45" fmla="*/ f36 1 f26"/>
                <a:gd name="f46" fmla="*/ f37 1 f25"/>
                <a:gd name="f47" fmla="*/ f38 f13 1"/>
                <a:gd name="f48" fmla="*/ f39 f13 1"/>
                <a:gd name="f49" fmla="*/ f41 f14 1"/>
                <a:gd name="f50" fmla="*/ f40 f14 1"/>
                <a:gd name="f51" fmla="*/ f42 f13 1"/>
                <a:gd name="f52" fmla="*/ f43 f14 1"/>
                <a:gd name="f53" fmla="*/ f44 f13 1"/>
                <a:gd name="f54" fmla="*/ f45 f14 1"/>
                <a:gd name="f55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1" y="f52"/>
                </a:cxn>
                <a:cxn ang="f32">
                  <a:pos x="f53" y="f54"/>
                </a:cxn>
                <a:cxn ang="f32">
                  <a:pos x="f55" y="f52"/>
                </a:cxn>
                <a:cxn ang="f32">
                  <a:pos x="f51" y="f52"/>
                </a:cxn>
              </a:cxnLst>
              <a:rect l="f47" t="f50" r="f48" b="f49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51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7BDD-AC09-880A-E22D-1104E557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E58D-B35F-FE0E-1ED9-AC8A89023A9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0EE1-FCB7-400E-7E78-6DD19D39E9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4360" y="4549551"/>
            <a:ext cx="5486400" cy="1645920"/>
          </a:xfrm>
        </p:spPr>
        <p:txBody>
          <a:bodyPr lIns="0" tIns="0" rIns="0" bIns="0">
            <a:noAutofit/>
          </a:bodyPr>
          <a:lstStyle/>
          <a:p>
            <a:pPr marL="0" lvl="0" indent="0">
              <a:buNone/>
            </a:pPr>
            <a:r>
              <a:rPr lang="en-US" sz="2400" b="1" dirty="0" err="1">
                <a:solidFill>
                  <a:srgbClr val="5D7D40"/>
                </a:solidFill>
              </a:rPr>
              <a:t>Qwadwo</a:t>
            </a:r>
            <a:r>
              <a:rPr lang="en-US" sz="2400" b="1" dirty="0">
                <a:solidFill>
                  <a:srgbClr val="5D7D40"/>
                </a:solidFill>
              </a:rPr>
              <a:t> Nyamekye</a:t>
            </a:r>
          </a:p>
        </p:txBody>
      </p:sp>
    </p:spTree>
    <p:extLst>
      <p:ext uri="{BB962C8B-B14F-4D97-AF65-F5344CB8AC3E}">
        <p14:creationId xmlns:p14="http://schemas.microsoft.com/office/powerpoint/2010/main" val="18377225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9765</TotalTime>
  <Words>646</Words>
  <Application>Microsoft Macintosh PowerPoint</Application>
  <PresentationFormat>Widescreen</PresentationFormat>
  <Paragraphs>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-webkit-standard</vt:lpstr>
      <vt:lpstr>Aptos</vt:lpstr>
      <vt:lpstr>Arial</vt:lpstr>
      <vt:lpstr>Calibri</vt:lpstr>
      <vt:lpstr>Franklin Gothic Book</vt:lpstr>
      <vt:lpstr>Franklin Gothic Demi</vt:lpstr>
      <vt:lpstr>Custom</vt:lpstr>
      <vt:lpstr>Database Abstraction Layers</vt:lpstr>
      <vt:lpstr>Agenda</vt:lpstr>
      <vt:lpstr>Go's Philosophy: Explicit Over Magic –  How ORMs conflict with Go idioms</vt:lpstr>
      <vt:lpstr>How ORMs conflict with Go idioms</vt:lpstr>
      <vt:lpstr>The Performance Problem</vt:lpstr>
      <vt:lpstr>Query optimization, N+1 queries, reflection overhead</vt:lpstr>
      <vt:lpstr>Type Safety</vt:lpstr>
      <vt:lpstr>Type Safety: Compile-Time vs Runtime</vt:lpstr>
      <vt:lpstr>SQL is Portable, ORMs Are Not</vt:lpstr>
      <vt:lpstr>SQL is Portable, ORMs Are Not</vt:lpstr>
      <vt:lpstr>Debugging</vt:lpstr>
      <vt:lpstr>Debugging: What You See vrs What Runs</vt:lpstr>
      <vt:lpstr>Query Builders : Our Saviour SQLC</vt:lpstr>
      <vt:lpstr>Query Builders : Our Savior SQLC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David Oppong-Nkrumah</cp:lastModifiedBy>
  <cp:revision>14</cp:revision>
  <dcterms:created xsi:type="dcterms:W3CDTF">2026-02-15T13:15:29Z</dcterms:created>
  <dcterms:modified xsi:type="dcterms:W3CDTF">2026-02-22T08:06:54Z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